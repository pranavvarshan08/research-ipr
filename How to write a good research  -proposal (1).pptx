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2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6858000" type="screen4x3"/>
  <p:notesSz cx="6858000" cy="9144000"/>
  <p:embeddedFontLst>
    <p:embeddedFont>
      <p:font typeface="Garamond" pitchFamily="18" charset="0"/>
      <p:regular r:id="rId29"/>
      <p:bold r:id="rId30"/>
      <p:italic r:id="rId31"/>
    </p:embeddedFont>
    <p:embeddedFont>
      <p:font typeface="Verdana" pitchFamily="34" charset="0"/>
      <p:regular r:id="rId32"/>
      <p:bold r:id="rId33"/>
      <p:italic r:id="rId34"/>
      <p:boldItalic r:id="rId35"/>
    </p:embeddedFont>
    <p:embeddedFont>
      <p:font typeface="Tahoma" pitchFamily="34"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2LmyaW8cnas6zYU67PioLBTJikQ=="/>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207B1081-06A0-4FAF-9F21-E03E221D1EEF}">
  <a:tblStyle styleId="{207B1081-06A0-4FAF-9F21-E03E221D1EE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4" d="100"/>
          <a:sy n="64" d="100"/>
        </p:scale>
        <p:origin x="-1470"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customschemas.google.com/relationships/presentationmetadata" Target="meta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1pPr>
            <a:lvl2pPr marR="0" lvl="1"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2pPr>
            <a:lvl3pPr marR="0" lvl="2"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3pPr>
            <a:lvl4pPr marR="0" lvl="3"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4pPr>
            <a:lvl5pPr marR="0" lvl="4"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5pPr>
            <a:lvl6pPr marR="0" lvl="5"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6pPr>
            <a:lvl7pPr marR="0" lvl="6"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7pPr>
            <a:lvl8pPr marR="0" lvl="7"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8pPr>
            <a:lvl9pPr marR="0" lvl="8"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1pPr>
            <a:lvl2pPr marR="0" lvl="1"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2pPr>
            <a:lvl3pPr marR="0" lvl="2"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3pPr>
            <a:lvl4pPr marR="0" lvl="3"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4pPr>
            <a:lvl5pPr marR="0" lvl="4"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5pPr>
            <a:lvl6pPr marR="0" lvl="5"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6pPr>
            <a:lvl7pPr marR="0" lvl="6"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7pPr>
            <a:lvl8pPr marR="0" lvl="7"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8pPr>
            <a:lvl9pPr marR="0" lvl="8"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1pPr>
            <a:lvl2pPr marR="0" lvl="1"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2pPr>
            <a:lvl3pPr marR="0" lvl="2"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3pPr>
            <a:lvl4pPr marR="0" lvl="3"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4pPr>
            <a:lvl5pPr marR="0" lvl="4"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5pPr>
            <a:lvl6pPr marR="0" lvl="5"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6pPr>
            <a:lvl7pPr marR="0" lvl="6"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7pPr>
            <a:lvl8pPr marR="0" lvl="7"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8pPr>
            <a:lvl9pPr marR="0" lvl="8" algn="l" rtl="0">
              <a:lnSpc>
                <a:spcPct val="100000"/>
              </a:lnSpc>
              <a:spcBef>
                <a:spcPts val="0"/>
              </a:spcBef>
              <a:spcAft>
                <a:spcPts val="0"/>
              </a:spcAft>
              <a:buSzPts val="1400"/>
              <a:buNone/>
              <a:defRPr sz="1800" b="0" i="0" u="none" strike="noStrike" cap="none">
                <a:solidFill>
                  <a:srgbClr val="000000"/>
                </a:solidFill>
                <a:latin typeface="Verdana"/>
                <a:ea typeface="Verdana"/>
                <a:cs typeface="Verdana"/>
                <a:sym typeface="Verdana"/>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pPr marL="0" marR="0" lvl="0" indent="0" algn="r" rtl="0">
                <a:lnSpc>
                  <a:spcPct val="100000"/>
                </a:lnSpc>
                <a:spcBef>
                  <a:spcPts val="0"/>
                </a:spcBef>
                <a:spcAft>
                  <a:spcPts val="0"/>
                </a:spcAft>
                <a:buClr>
                  <a:srgbClr val="000000"/>
                </a:buClr>
                <a:buSzPts val="1200"/>
                <a:buFont typeface="Arial"/>
                <a:buNone/>
              </a:p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7"/>
          <p:cNvSpPr txBox="1">
            <a:spLocks noGrp="1"/>
          </p:cNvSpPr>
          <p:nvPr>
            <p:ph type="ctrTitle"/>
          </p:nvPr>
        </p:nvSpPr>
        <p:spPr>
          <a:xfrm>
            <a:off x="685800" y="685800"/>
            <a:ext cx="7772400" cy="21272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5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7"/>
          <p:cNvSpPr txBox="1">
            <a:spLocks noGrp="1"/>
          </p:cNvSpPr>
          <p:nvPr>
            <p:ph type="subTitle" idx="1"/>
          </p:nvPr>
        </p:nvSpPr>
        <p:spPr>
          <a:xfrm>
            <a:off x="1371600" y="3270250"/>
            <a:ext cx="6400800" cy="2209800"/>
          </a:xfrm>
          <a:prstGeom prst="rect">
            <a:avLst/>
          </a:prstGeom>
          <a:noFill/>
          <a:ln>
            <a:noFill/>
          </a:ln>
        </p:spPr>
        <p:txBody>
          <a:bodyPr spcFirstLastPara="1" wrap="square" lIns="91425" tIns="45700" rIns="91425" bIns="45700" anchor="t" anchorCtr="0">
            <a:noAutofit/>
          </a:bodyPr>
          <a:lstStyle>
            <a:lvl1pPr lvl="0" algn="ctr">
              <a:spcBef>
                <a:spcPts val="600"/>
              </a:spcBef>
              <a:spcAft>
                <a:spcPts val="0"/>
              </a:spcAft>
              <a:buSzPts val="2250"/>
              <a:buFont typeface="Noto Sans Symbols"/>
              <a:buNone/>
              <a:defRPr sz="3000"/>
            </a:lvl1pPr>
            <a:lvl2pPr lvl="1" algn="l">
              <a:spcBef>
                <a:spcPts val="360"/>
              </a:spcBef>
              <a:spcAft>
                <a:spcPts val="0"/>
              </a:spcAft>
              <a:buSzPts val="1350"/>
              <a:buChar char="■"/>
              <a:defRPr/>
            </a:lvl2pPr>
            <a:lvl3pPr lvl="2" algn="l">
              <a:spcBef>
                <a:spcPts val="360"/>
              </a:spcBef>
              <a:spcAft>
                <a:spcPts val="0"/>
              </a:spcAft>
              <a:buSzPts val="1170"/>
              <a:buChar char="🞐"/>
              <a:defRPr/>
            </a:lvl3pPr>
            <a:lvl4pPr lvl="3" algn="l">
              <a:spcBef>
                <a:spcPts val="360"/>
              </a:spcBef>
              <a:spcAft>
                <a:spcPts val="0"/>
              </a:spcAft>
              <a:buSzPts val="1800"/>
              <a:buChar char="▪"/>
              <a:defRPr/>
            </a:lvl4pPr>
            <a:lvl5pPr lvl="4" algn="l">
              <a:spcBef>
                <a:spcPts val="360"/>
              </a:spcBef>
              <a:spcAft>
                <a:spcPts val="0"/>
              </a:spcAft>
              <a:buSzPts val="1440"/>
              <a:buChar char="▪"/>
              <a:defRPr/>
            </a:lvl5pPr>
            <a:lvl6pPr lvl="5" algn="l">
              <a:spcBef>
                <a:spcPts val="360"/>
              </a:spcBef>
              <a:spcAft>
                <a:spcPts val="0"/>
              </a:spcAft>
              <a:buSzPts val="1440"/>
              <a:buChar char="▪"/>
              <a:defRPr/>
            </a:lvl6pPr>
            <a:lvl7pPr lvl="6" algn="l">
              <a:spcBef>
                <a:spcPts val="360"/>
              </a:spcBef>
              <a:spcAft>
                <a:spcPts val="0"/>
              </a:spcAft>
              <a:buSzPts val="1440"/>
              <a:buChar char="▪"/>
              <a:defRPr/>
            </a:lvl7pPr>
            <a:lvl8pPr lvl="7" algn="l">
              <a:spcBef>
                <a:spcPts val="360"/>
              </a:spcBef>
              <a:spcAft>
                <a:spcPts val="0"/>
              </a:spcAft>
              <a:buSzPts val="1440"/>
              <a:buChar char="▪"/>
              <a:defRPr/>
            </a:lvl8pPr>
            <a:lvl9pPr lvl="8" algn="l">
              <a:spcBef>
                <a:spcPts val="360"/>
              </a:spcBef>
              <a:spcAft>
                <a:spcPts val="0"/>
              </a:spcAft>
              <a:buSzPts val="1440"/>
              <a:buChar char="▪"/>
              <a:defRPr/>
            </a:lvl9pPr>
          </a:lstStyle>
          <a:p>
            <a:endParaRPr/>
          </a:p>
        </p:txBody>
      </p:sp>
      <p:sp>
        <p:nvSpPr>
          <p:cNvPr id="22" name="Google Shape;22;p27"/>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7"/>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
        <p:nvSpPr>
          <p:cNvPr id="36" name="Google Shape;36;p29"/>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9"/>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9"/>
        <p:cNvGrpSpPr/>
        <p:nvPr/>
      </p:nvGrpSpPr>
      <p:grpSpPr>
        <a:xfrm>
          <a:off x="0" y="0"/>
          <a:ext cx="0" cy="0"/>
          <a:chOff x="0" y="0"/>
          <a:chExt cx="0" cy="0"/>
        </a:xfrm>
      </p:grpSpPr>
      <p:sp>
        <p:nvSpPr>
          <p:cNvPr id="40" name="Google Shape;40;p30"/>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0"/>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14325" algn="l">
              <a:spcBef>
                <a:spcPts val="360"/>
              </a:spcBef>
              <a:spcAft>
                <a:spcPts val="0"/>
              </a:spcAft>
              <a:buSzPts val="1350"/>
              <a:buChar char="■"/>
              <a:defRPr/>
            </a:lvl2pPr>
            <a:lvl3pPr marL="1371600" lvl="2" indent="-302894" algn="l">
              <a:spcBef>
                <a:spcPts val="360"/>
              </a:spcBef>
              <a:spcAft>
                <a:spcPts val="0"/>
              </a:spcAft>
              <a:buSzPts val="1170"/>
              <a:buChar char="🞐"/>
              <a:defRPr/>
            </a:lvl3pPr>
            <a:lvl4pPr marL="1828800" lvl="3" indent="-342900" algn="l">
              <a:spcBef>
                <a:spcPts val="360"/>
              </a:spcBef>
              <a:spcAft>
                <a:spcPts val="0"/>
              </a:spcAft>
              <a:buSzPts val="1800"/>
              <a:buChar char="▪"/>
              <a:defRPr/>
            </a:lvl4pPr>
            <a:lvl5pPr marL="2286000" lvl="4" indent="-320039" algn="l">
              <a:spcBef>
                <a:spcPts val="360"/>
              </a:spcBef>
              <a:spcAft>
                <a:spcPts val="0"/>
              </a:spcAft>
              <a:buSzPts val="144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20040" algn="l">
              <a:spcBef>
                <a:spcPts val="360"/>
              </a:spcBef>
              <a:spcAft>
                <a:spcPts val="0"/>
              </a:spcAft>
              <a:buSzPts val="1440"/>
              <a:buChar char="▪"/>
              <a:defRPr/>
            </a:lvl8pPr>
            <a:lvl9pPr marL="4114800" lvl="8" indent="-320040" algn="l">
              <a:spcBef>
                <a:spcPts val="360"/>
              </a:spcBef>
              <a:spcAft>
                <a:spcPts val="0"/>
              </a:spcAft>
              <a:buSzPts val="1440"/>
              <a:buChar char="▪"/>
              <a:defRPr/>
            </a:lvl9pPr>
          </a:lstStyle>
          <a:p>
            <a:endParaRPr/>
          </a:p>
        </p:txBody>
      </p:sp>
      <p:sp>
        <p:nvSpPr>
          <p:cNvPr id="42" name="Google Shape;42;p30"/>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5"/>
        <p:cNvGrpSpPr/>
        <p:nvPr/>
      </p:nvGrpSpPr>
      <p:grpSpPr>
        <a:xfrm>
          <a:off x="0" y="0"/>
          <a:ext cx="0" cy="0"/>
          <a:chOff x="0" y="0"/>
          <a:chExt cx="0" cy="0"/>
        </a:xfrm>
      </p:grpSpPr>
      <p:sp>
        <p:nvSpPr>
          <p:cNvPr id="46" name="Google Shape;46;p31"/>
          <p:cNvSpPr txBox="1">
            <a:spLocks noGrp="1"/>
          </p:cNvSpPr>
          <p:nvPr>
            <p:ph type="title"/>
          </p:nvPr>
        </p:nvSpPr>
        <p:spPr>
          <a:xfrm rot="5400000">
            <a:off x="4731544" y="2175669"/>
            <a:ext cx="5853112" cy="20574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1"/>
          <p:cNvSpPr txBox="1">
            <a:spLocks noGrp="1"/>
          </p:cNvSpPr>
          <p:nvPr>
            <p:ph type="body" idx="1"/>
          </p:nvPr>
        </p:nvSpPr>
        <p:spPr>
          <a:xfrm rot="5400000">
            <a:off x="540544" y="194469"/>
            <a:ext cx="5853112" cy="6019800"/>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14325" algn="l">
              <a:spcBef>
                <a:spcPts val="360"/>
              </a:spcBef>
              <a:spcAft>
                <a:spcPts val="0"/>
              </a:spcAft>
              <a:buSzPts val="1350"/>
              <a:buChar char="■"/>
              <a:defRPr/>
            </a:lvl2pPr>
            <a:lvl3pPr marL="1371600" lvl="2" indent="-302894" algn="l">
              <a:spcBef>
                <a:spcPts val="360"/>
              </a:spcBef>
              <a:spcAft>
                <a:spcPts val="0"/>
              </a:spcAft>
              <a:buSzPts val="1170"/>
              <a:buChar char="🞐"/>
              <a:defRPr/>
            </a:lvl3pPr>
            <a:lvl4pPr marL="1828800" lvl="3" indent="-342900" algn="l">
              <a:spcBef>
                <a:spcPts val="360"/>
              </a:spcBef>
              <a:spcAft>
                <a:spcPts val="0"/>
              </a:spcAft>
              <a:buSzPts val="1800"/>
              <a:buChar char="▪"/>
              <a:defRPr/>
            </a:lvl4pPr>
            <a:lvl5pPr marL="2286000" lvl="4" indent="-320039" algn="l">
              <a:spcBef>
                <a:spcPts val="360"/>
              </a:spcBef>
              <a:spcAft>
                <a:spcPts val="0"/>
              </a:spcAft>
              <a:buSzPts val="144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20040" algn="l">
              <a:spcBef>
                <a:spcPts val="360"/>
              </a:spcBef>
              <a:spcAft>
                <a:spcPts val="0"/>
              </a:spcAft>
              <a:buSzPts val="1440"/>
              <a:buChar char="▪"/>
              <a:defRPr/>
            </a:lvl8pPr>
            <a:lvl9pPr marL="4114800" lvl="8" indent="-320040" algn="l">
              <a:spcBef>
                <a:spcPts val="360"/>
              </a:spcBef>
              <a:spcAft>
                <a:spcPts val="0"/>
              </a:spcAft>
              <a:buSzPts val="1440"/>
              <a:buChar char="▪"/>
              <a:defRPr/>
            </a:lvl9pPr>
          </a:lstStyle>
          <a:p>
            <a:endParaRPr/>
          </a:p>
        </p:txBody>
      </p:sp>
      <p:sp>
        <p:nvSpPr>
          <p:cNvPr id="48" name="Google Shape;48;p31"/>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1"/>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1"/>
        <p:cNvGrpSpPr/>
        <p:nvPr/>
      </p:nvGrpSpPr>
      <p:grpSpPr>
        <a:xfrm>
          <a:off x="0" y="0"/>
          <a:ext cx="0" cy="0"/>
          <a:chOff x="0" y="0"/>
          <a:chExt cx="0" cy="0"/>
        </a:xfrm>
      </p:grpSpPr>
      <p:sp>
        <p:nvSpPr>
          <p:cNvPr id="52" name="Google Shape;52;p32"/>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2"/>
          <p:cNvSpPr txBox="1">
            <a:spLocks noGrp="1"/>
          </p:cNvSpPr>
          <p:nvPr>
            <p:ph type="body" idx="1"/>
          </p:nvPr>
        </p:nvSpPr>
        <p:spPr>
          <a:xfrm rot="5400000">
            <a:off x="2306638" y="-249237"/>
            <a:ext cx="4530725" cy="8229600"/>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14325" algn="l">
              <a:spcBef>
                <a:spcPts val="360"/>
              </a:spcBef>
              <a:spcAft>
                <a:spcPts val="0"/>
              </a:spcAft>
              <a:buSzPts val="1350"/>
              <a:buChar char="■"/>
              <a:defRPr/>
            </a:lvl2pPr>
            <a:lvl3pPr marL="1371600" lvl="2" indent="-302894" algn="l">
              <a:spcBef>
                <a:spcPts val="360"/>
              </a:spcBef>
              <a:spcAft>
                <a:spcPts val="0"/>
              </a:spcAft>
              <a:buSzPts val="1170"/>
              <a:buChar char="🞐"/>
              <a:defRPr/>
            </a:lvl3pPr>
            <a:lvl4pPr marL="1828800" lvl="3" indent="-342900" algn="l">
              <a:spcBef>
                <a:spcPts val="360"/>
              </a:spcBef>
              <a:spcAft>
                <a:spcPts val="0"/>
              </a:spcAft>
              <a:buSzPts val="1800"/>
              <a:buChar char="▪"/>
              <a:defRPr/>
            </a:lvl4pPr>
            <a:lvl5pPr marL="2286000" lvl="4" indent="-320039" algn="l">
              <a:spcBef>
                <a:spcPts val="360"/>
              </a:spcBef>
              <a:spcAft>
                <a:spcPts val="0"/>
              </a:spcAft>
              <a:buSzPts val="144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20040" algn="l">
              <a:spcBef>
                <a:spcPts val="360"/>
              </a:spcBef>
              <a:spcAft>
                <a:spcPts val="0"/>
              </a:spcAft>
              <a:buSzPts val="1440"/>
              <a:buChar char="▪"/>
              <a:defRPr/>
            </a:lvl8pPr>
            <a:lvl9pPr marL="4114800" lvl="8" indent="-320040" algn="l">
              <a:spcBef>
                <a:spcPts val="360"/>
              </a:spcBef>
              <a:spcAft>
                <a:spcPts val="0"/>
              </a:spcAft>
              <a:buSzPts val="1440"/>
              <a:buChar char="▪"/>
              <a:defRPr/>
            </a:lvl9pPr>
          </a:lstStyle>
          <a:p>
            <a:endParaRPr/>
          </a:p>
        </p:txBody>
      </p:sp>
      <p:sp>
        <p:nvSpPr>
          <p:cNvPr id="54" name="Google Shape;54;p32"/>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2"/>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7"/>
        <p:cNvGrpSpPr/>
        <p:nvPr/>
      </p:nvGrpSpPr>
      <p:grpSpPr>
        <a:xfrm>
          <a:off x="0" y="0"/>
          <a:ext cx="0" cy="0"/>
          <a:chOff x="0" y="0"/>
          <a:chExt cx="0" cy="0"/>
        </a:xfrm>
      </p:grpSpPr>
      <p:sp>
        <p:nvSpPr>
          <p:cNvPr id="58" name="Google Shape;58;p3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3"/>
          <p:cNvSpPr>
            <a:spLocks noGrp="1"/>
          </p:cNvSpPr>
          <p:nvPr>
            <p:ph type="pic" idx="2"/>
          </p:nvPr>
        </p:nvSpPr>
        <p:spPr>
          <a:xfrm>
            <a:off x="1792288" y="612775"/>
            <a:ext cx="5486400" cy="4114800"/>
          </a:xfrm>
          <a:prstGeom prst="rect">
            <a:avLst/>
          </a:prstGeom>
          <a:noFill/>
          <a:ln>
            <a:noFill/>
          </a:ln>
        </p:spPr>
      </p:sp>
      <p:sp>
        <p:nvSpPr>
          <p:cNvPr id="60" name="Google Shape;60;p3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050"/>
              <a:buNone/>
              <a:defRPr sz="1400"/>
            </a:lvl1pPr>
            <a:lvl2pPr marL="914400" lvl="1" indent="-228600" algn="l">
              <a:spcBef>
                <a:spcPts val="240"/>
              </a:spcBef>
              <a:spcAft>
                <a:spcPts val="0"/>
              </a:spcAft>
              <a:buSzPts val="900"/>
              <a:buNone/>
              <a:defRPr sz="1200"/>
            </a:lvl2pPr>
            <a:lvl3pPr marL="1371600" lvl="2" indent="-228600" algn="l">
              <a:spcBef>
                <a:spcPts val="200"/>
              </a:spcBef>
              <a:spcAft>
                <a:spcPts val="0"/>
              </a:spcAft>
              <a:buSzPts val="65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720"/>
              <a:buNone/>
              <a:defRPr sz="900"/>
            </a:lvl5pPr>
            <a:lvl6pPr marL="2743200" lvl="5" indent="-228600" algn="l">
              <a:spcBef>
                <a:spcPts val="180"/>
              </a:spcBef>
              <a:spcAft>
                <a:spcPts val="0"/>
              </a:spcAft>
              <a:buSzPts val="720"/>
              <a:buNone/>
              <a:defRPr sz="900"/>
            </a:lvl6pPr>
            <a:lvl7pPr marL="3200400" lvl="6" indent="-228600" algn="l">
              <a:spcBef>
                <a:spcPts val="180"/>
              </a:spcBef>
              <a:spcAft>
                <a:spcPts val="0"/>
              </a:spcAft>
              <a:buSzPts val="720"/>
              <a:buNone/>
              <a:defRPr sz="900"/>
            </a:lvl7pPr>
            <a:lvl8pPr marL="3657600" lvl="7" indent="-228600" algn="l">
              <a:spcBef>
                <a:spcPts val="180"/>
              </a:spcBef>
              <a:spcAft>
                <a:spcPts val="0"/>
              </a:spcAft>
              <a:buSzPts val="720"/>
              <a:buNone/>
              <a:defRPr sz="900"/>
            </a:lvl8pPr>
            <a:lvl9pPr marL="4114800" lvl="8" indent="-228600" algn="l">
              <a:spcBef>
                <a:spcPts val="180"/>
              </a:spcBef>
              <a:spcAft>
                <a:spcPts val="0"/>
              </a:spcAft>
              <a:buSzPts val="720"/>
              <a:buNone/>
              <a:defRPr sz="900"/>
            </a:lvl9pPr>
          </a:lstStyle>
          <a:p>
            <a:endParaRPr/>
          </a:p>
        </p:txBody>
      </p:sp>
      <p:sp>
        <p:nvSpPr>
          <p:cNvPr id="61" name="Google Shape;61;p33"/>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3"/>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3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381000" algn="l">
              <a:spcBef>
                <a:spcPts val="640"/>
              </a:spcBef>
              <a:spcAft>
                <a:spcPts val="0"/>
              </a:spcAft>
              <a:buSzPts val="2400"/>
              <a:buChar char="🞐"/>
              <a:defRPr sz="3200"/>
            </a:lvl1pPr>
            <a:lvl2pPr marL="914400" lvl="1" indent="-361950" algn="l">
              <a:spcBef>
                <a:spcPts val="560"/>
              </a:spcBef>
              <a:spcAft>
                <a:spcPts val="0"/>
              </a:spcAft>
              <a:buSzPts val="2100"/>
              <a:buChar char="■"/>
              <a:defRPr sz="2800"/>
            </a:lvl2pPr>
            <a:lvl3pPr marL="1371600" lvl="2" indent="-327660" algn="l">
              <a:spcBef>
                <a:spcPts val="480"/>
              </a:spcBef>
              <a:spcAft>
                <a:spcPts val="0"/>
              </a:spcAft>
              <a:buSzPts val="1560"/>
              <a:buChar char="🞐"/>
              <a:defRPr sz="2400"/>
            </a:lvl3pPr>
            <a:lvl4pPr marL="1828800" lvl="3" indent="-355600" algn="l">
              <a:spcBef>
                <a:spcPts val="400"/>
              </a:spcBef>
              <a:spcAft>
                <a:spcPts val="0"/>
              </a:spcAft>
              <a:buSzPts val="2000"/>
              <a:buChar char="▪"/>
              <a:defRPr sz="2000"/>
            </a:lvl4pPr>
            <a:lvl5pPr marL="2286000" lvl="4" indent="-330200" algn="l">
              <a:spcBef>
                <a:spcPts val="400"/>
              </a:spcBef>
              <a:spcAft>
                <a:spcPts val="0"/>
              </a:spcAft>
              <a:buSzPts val="1600"/>
              <a:buChar char="▪"/>
              <a:defRPr sz="2000"/>
            </a:lvl5pPr>
            <a:lvl6pPr marL="2743200" lvl="5" indent="-330200" algn="l">
              <a:spcBef>
                <a:spcPts val="400"/>
              </a:spcBef>
              <a:spcAft>
                <a:spcPts val="0"/>
              </a:spcAft>
              <a:buSzPts val="1600"/>
              <a:buChar char="▪"/>
              <a:defRPr sz="2000"/>
            </a:lvl6pPr>
            <a:lvl7pPr marL="3200400" lvl="6" indent="-330200" algn="l">
              <a:spcBef>
                <a:spcPts val="400"/>
              </a:spcBef>
              <a:spcAft>
                <a:spcPts val="0"/>
              </a:spcAft>
              <a:buSzPts val="1600"/>
              <a:buChar char="▪"/>
              <a:defRPr sz="2000"/>
            </a:lvl7pPr>
            <a:lvl8pPr marL="3657600" lvl="7" indent="-330200" algn="l">
              <a:spcBef>
                <a:spcPts val="400"/>
              </a:spcBef>
              <a:spcAft>
                <a:spcPts val="0"/>
              </a:spcAft>
              <a:buSzPts val="1600"/>
              <a:buChar char="▪"/>
              <a:defRPr sz="2000"/>
            </a:lvl8pPr>
            <a:lvl9pPr marL="4114800" lvl="8" indent="-330200" algn="l">
              <a:spcBef>
                <a:spcPts val="400"/>
              </a:spcBef>
              <a:spcAft>
                <a:spcPts val="0"/>
              </a:spcAft>
              <a:buSzPts val="1600"/>
              <a:buChar char="▪"/>
              <a:defRPr sz="2000"/>
            </a:lvl9pPr>
          </a:lstStyle>
          <a:p>
            <a:endParaRPr/>
          </a:p>
        </p:txBody>
      </p:sp>
      <p:sp>
        <p:nvSpPr>
          <p:cNvPr id="67" name="Google Shape;67;p3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050"/>
              <a:buNone/>
              <a:defRPr sz="1400"/>
            </a:lvl1pPr>
            <a:lvl2pPr marL="914400" lvl="1" indent="-228600" algn="l">
              <a:spcBef>
                <a:spcPts val="240"/>
              </a:spcBef>
              <a:spcAft>
                <a:spcPts val="0"/>
              </a:spcAft>
              <a:buSzPts val="900"/>
              <a:buNone/>
              <a:defRPr sz="1200"/>
            </a:lvl2pPr>
            <a:lvl3pPr marL="1371600" lvl="2" indent="-228600" algn="l">
              <a:spcBef>
                <a:spcPts val="200"/>
              </a:spcBef>
              <a:spcAft>
                <a:spcPts val="0"/>
              </a:spcAft>
              <a:buSzPts val="65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720"/>
              <a:buNone/>
              <a:defRPr sz="900"/>
            </a:lvl5pPr>
            <a:lvl6pPr marL="2743200" lvl="5" indent="-228600" algn="l">
              <a:spcBef>
                <a:spcPts val="180"/>
              </a:spcBef>
              <a:spcAft>
                <a:spcPts val="0"/>
              </a:spcAft>
              <a:buSzPts val="720"/>
              <a:buNone/>
              <a:defRPr sz="900"/>
            </a:lvl6pPr>
            <a:lvl7pPr marL="3200400" lvl="6" indent="-228600" algn="l">
              <a:spcBef>
                <a:spcPts val="180"/>
              </a:spcBef>
              <a:spcAft>
                <a:spcPts val="0"/>
              </a:spcAft>
              <a:buSzPts val="720"/>
              <a:buNone/>
              <a:defRPr sz="900"/>
            </a:lvl7pPr>
            <a:lvl8pPr marL="3657600" lvl="7" indent="-228600" algn="l">
              <a:spcBef>
                <a:spcPts val="180"/>
              </a:spcBef>
              <a:spcAft>
                <a:spcPts val="0"/>
              </a:spcAft>
              <a:buSzPts val="720"/>
              <a:buNone/>
              <a:defRPr sz="900"/>
            </a:lvl8pPr>
            <a:lvl9pPr marL="4114800" lvl="8" indent="-228600" algn="l">
              <a:spcBef>
                <a:spcPts val="180"/>
              </a:spcBef>
              <a:spcAft>
                <a:spcPts val="0"/>
              </a:spcAft>
              <a:buSzPts val="720"/>
              <a:buNone/>
              <a:defRPr sz="900"/>
            </a:lvl9pPr>
          </a:lstStyle>
          <a:p>
            <a:endParaRPr/>
          </a:p>
        </p:txBody>
      </p:sp>
      <p:sp>
        <p:nvSpPr>
          <p:cNvPr id="68" name="Google Shape;68;p34"/>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4"/>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35"/>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5"/>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35"/>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800"/>
              <a:buNone/>
              <a:defRPr sz="2400" b="1"/>
            </a:lvl1pPr>
            <a:lvl2pPr marL="914400" lvl="1" indent="-228600" algn="l">
              <a:spcBef>
                <a:spcPts val="400"/>
              </a:spcBef>
              <a:spcAft>
                <a:spcPts val="0"/>
              </a:spcAft>
              <a:buSzPts val="1500"/>
              <a:buNone/>
              <a:defRPr sz="2000" b="1"/>
            </a:lvl2pPr>
            <a:lvl3pPr marL="1371600" lvl="2" indent="-228600" algn="l">
              <a:spcBef>
                <a:spcPts val="360"/>
              </a:spcBef>
              <a:spcAft>
                <a:spcPts val="0"/>
              </a:spcAft>
              <a:buSzPts val="117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280"/>
              <a:buNone/>
              <a:defRPr sz="1600" b="1"/>
            </a:lvl5pPr>
            <a:lvl6pPr marL="2743200" lvl="5" indent="-228600" algn="l">
              <a:spcBef>
                <a:spcPts val="320"/>
              </a:spcBef>
              <a:spcAft>
                <a:spcPts val="0"/>
              </a:spcAft>
              <a:buSzPts val="1280"/>
              <a:buNone/>
              <a:defRPr sz="1600" b="1"/>
            </a:lvl6pPr>
            <a:lvl7pPr marL="3200400" lvl="6" indent="-228600" algn="l">
              <a:spcBef>
                <a:spcPts val="320"/>
              </a:spcBef>
              <a:spcAft>
                <a:spcPts val="0"/>
              </a:spcAft>
              <a:buSzPts val="1280"/>
              <a:buNone/>
              <a:defRPr sz="1600" b="1"/>
            </a:lvl7pPr>
            <a:lvl8pPr marL="3657600" lvl="7" indent="-228600" algn="l">
              <a:spcBef>
                <a:spcPts val="320"/>
              </a:spcBef>
              <a:spcAft>
                <a:spcPts val="0"/>
              </a:spcAft>
              <a:buSzPts val="1280"/>
              <a:buNone/>
              <a:defRPr sz="1600" b="1"/>
            </a:lvl8pPr>
            <a:lvl9pPr marL="4114800" lvl="8" indent="-228600" algn="l">
              <a:spcBef>
                <a:spcPts val="320"/>
              </a:spcBef>
              <a:spcAft>
                <a:spcPts val="0"/>
              </a:spcAft>
              <a:buSzPts val="1280"/>
              <a:buNone/>
              <a:defRPr sz="1600" b="1"/>
            </a:lvl9pPr>
          </a:lstStyle>
          <a:p>
            <a:endParaRPr/>
          </a:p>
        </p:txBody>
      </p:sp>
      <p:sp>
        <p:nvSpPr>
          <p:cNvPr id="79" name="Google Shape;79;p3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42900" algn="l">
              <a:spcBef>
                <a:spcPts val="480"/>
              </a:spcBef>
              <a:spcAft>
                <a:spcPts val="0"/>
              </a:spcAft>
              <a:buSzPts val="1800"/>
              <a:buChar char="🞐"/>
              <a:defRPr sz="2400"/>
            </a:lvl1pPr>
            <a:lvl2pPr marL="914400" lvl="1" indent="-323850" algn="l">
              <a:spcBef>
                <a:spcPts val="400"/>
              </a:spcBef>
              <a:spcAft>
                <a:spcPts val="0"/>
              </a:spcAft>
              <a:buSzPts val="1500"/>
              <a:buChar char="■"/>
              <a:defRPr sz="2000"/>
            </a:lvl2pPr>
            <a:lvl3pPr marL="1371600" lvl="2" indent="-302894" algn="l">
              <a:spcBef>
                <a:spcPts val="360"/>
              </a:spcBef>
              <a:spcAft>
                <a:spcPts val="0"/>
              </a:spcAft>
              <a:buSzPts val="1170"/>
              <a:buChar char="🞐"/>
              <a:defRPr sz="1800"/>
            </a:lvl3pPr>
            <a:lvl4pPr marL="1828800" lvl="3" indent="-330200" algn="l">
              <a:spcBef>
                <a:spcPts val="320"/>
              </a:spcBef>
              <a:spcAft>
                <a:spcPts val="0"/>
              </a:spcAft>
              <a:buSzPts val="1600"/>
              <a:buChar char="▪"/>
              <a:defRPr sz="1600"/>
            </a:lvl4pPr>
            <a:lvl5pPr marL="2286000" lvl="4" indent="-309879" algn="l">
              <a:spcBef>
                <a:spcPts val="320"/>
              </a:spcBef>
              <a:spcAft>
                <a:spcPts val="0"/>
              </a:spcAft>
              <a:buSzPts val="1280"/>
              <a:buChar char="▪"/>
              <a:defRPr sz="1600"/>
            </a:lvl5pPr>
            <a:lvl6pPr marL="2743200" lvl="5" indent="-309879" algn="l">
              <a:spcBef>
                <a:spcPts val="320"/>
              </a:spcBef>
              <a:spcAft>
                <a:spcPts val="0"/>
              </a:spcAft>
              <a:buSzPts val="1280"/>
              <a:buChar char="▪"/>
              <a:defRPr sz="1600"/>
            </a:lvl6pPr>
            <a:lvl7pPr marL="3200400" lvl="6" indent="-309879" algn="l">
              <a:spcBef>
                <a:spcPts val="320"/>
              </a:spcBef>
              <a:spcAft>
                <a:spcPts val="0"/>
              </a:spcAft>
              <a:buSzPts val="1280"/>
              <a:buChar char="▪"/>
              <a:defRPr sz="1600"/>
            </a:lvl7pPr>
            <a:lvl8pPr marL="3657600" lvl="7" indent="-309879" algn="l">
              <a:spcBef>
                <a:spcPts val="320"/>
              </a:spcBef>
              <a:spcAft>
                <a:spcPts val="0"/>
              </a:spcAft>
              <a:buSzPts val="1280"/>
              <a:buChar char="▪"/>
              <a:defRPr sz="1600"/>
            </a:lvl8pPr>
            <a:lvl9pPr marL="4114800" lvl="8" indent="-309879" algn="l">
              <a:spcBef>
                <a:spcPts val="320"/>
              </a:spcBef>
              <a:spcAft>
                <a:spcPts val="0"/>
              </a:spcAft>
              <a:buSzPts val="1280"/>
              <a:buChar char="▪"/>
              <a:defRPr sz="1600"/>
            </a:lvl9pPr>
          </a:lstStyle>
          <a:p>
            <a:endParaRPr/>
          </a:p>
        </p:txBody>
      </p:sp>
      <p:sp>
        <p:nvSpPr>
          <p:cNvPr id="80" name="Google Shape;80;p3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800"/>
              <a:buNone/>
              <a:defRPr sz="2400" b="1"/>
            </a:lvl1pPr>
            <a:lvl2pPr marL="914400" lvl="1" indent="-228600" algn="l">
              <a:spcBef>
                <a:spcPts val="400"/>
              </a:spcBef>
              <a:spcAft>
                <a:spcPts val="0"/>
              </a:spcAft>
              <a:buSzPts val="1500"/>
              <a:buNone/>
              <a:defRPr sz="2000" b="1"/>
            </a:lvl2pPr>
            <a:lvl3pPr marL="1371600" lvl="2" indent="-228600" algn="l">
              <a:spcBef>
                <a:spcPts val="360"/>
              </a:spcBef>
              <a:spcAft>
                <a:spcPts val="0"/>
              </a:spcAft>
              <a:buSzPts val="117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280"/>
              <a:buNone/>
              <a:defRPr sz="1600" b="1"/>
            </a:lvl5pPr>
            <a:lvl6pPr marL="2743200" lvl="5" indent="-228600" algn="l">
              <a:spcBef>
                <a:spcPts val="320"/>
              </a:spcBef>
              <a:spcAft>
                <a:spcPts val="0"/>
              </a:spcAft>
              <a:buSzPts val="1280"/>
              <a:buNone/>
              <a:defRPr sz="1600" b="1"/>
            </a:lvl6pPr>
            <a:lvl7pPr marL="3200400" lvl="6" indent="-228600" algn="l">
              <a:spcBef>
                <a:spcPts val="320"/>
              </a:spcBef>
              <a:spcAft>
                <a:spcPts val="0"/>
              </a:spcAft>
              <a:buSzPts val="1280"/>
              <a:buNone/>
              <a:defRPr sz="1600" b="1"/>
            </a:lvl7pPr>
            <a:lvl8pPr marL="3657600" lvl="7" indent="-228600" algn="l">
              <a:spcBef>
                <a:spcPts val="320"/>
              </a:spcBef>
              <a:spcAft>
                <a:spcPts val="0"/>
              </a:spcAft>
              <a:buSzPts val="1280"/>
              <a:buNone/>
              <a:defRPr sz="1600" b="1"/>
            </a:lvl8pPr>
            <a:lvl9pPr marL="4114800" lvl="8" indent="-228600" algn="l">
              <a:spcBef>
                <a:spcPts val="320"/>
              </a:spcBef>
              <a:spcAft>
                <a:spcPts val="0"/>
              </a:spcAft>
              <a:buSzPts val="1280"/>
              <a:buNone/>
              <a:defRPr sz="1600" b="1"/>
            </a:lvl9pPr>
          </a:lstStyle>
          <a:p>
            <a:endParaRPr/>
          </a:p>
        </p:txBody>
      </p:sp>
      <p:sp>
        <p:nvSpPr>
          <p:cNvPr id="81" name="Google Shape;81;p3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42900" algn="l">
              <a:spcBef>
                <a:spcPts val="480"/>
              </a:spcBef>
              <a:spcAft>
                <a:spcPts val="0"/>
              </a:spcAft>
              <a:buSzPts val="1800"/>
              <a:buChar char="🞐"/>
              <a:defRPr sz="2400"/>
            </a:lvl1pPr>
            <a:lvl2pPr marL="914400" lvl="1" indent="-323850" algn="l">
              <a:spcBef>
                <a:spcPts val="400"/>
              </a:spcBef>
              <a:spcAft>
                <a:spcPts val="0"/>
              </a:spcAft>
              <a:buSzPts val="1500"/>
              <a:buChar char="■"/>
              <a:defRPr sz="2000"/>
            </a:lvl2pPr>
            <a:lvl3pPr marL="1371600" lvl="2" indent="-302894" algn="l">
              <a:spcBef>
                <a:spcPts val="360"/>
              </a:spcBef>
              <a:spcAft>
                <a:spcPts val="0"/>
              </a:spcAft>
              <a:buSzPts val="1170"/>
              <a:buChar char="🞐"/>
              <a:defRPr sz="1800"/>
            </a:lvl3pPr>
            <a:lvl4pPr marL="1828800" lvl="3" indent="-330200" algn="l">
              <a:spcBef>
                <a:spcPts val="320"/>
              </a:spcBef>
              <a:spcAft>
                <a:spcPts val="0"/>
              </a:spcAft>
              <a:buSzPts val="1600"/>
              <a:buChar char="▪"/>
              <a:defRPr sz="1600"/>
            </a:lvl4pPr>
            <a:lvl5pPr marL="2286000" lvl="4" indent="-309879" algn="l">
              <a:spcBef>
                <a:spcPts val="320"/>
              </a:spcBef>
              <a:spcAft>
                <a:spcPts val="0"/>
              </a:spcAft>
              <a:buSzPts val="1280"/>
              <a:buChar char="▪"/>
              <a:defRPr sz="1600"/>
            </a:lvl5pPr>
            <a:lvl6pPr marL="2743200" lvl="5" indent="-309879" algn="l">
              <a:spcBef>
                <a:spcPts val="320"/>
              </a:spcBef>
              <a:spcAft>
                <a:spcPts val="0"/>
              </a:spcAft>
              <a:buSzPts val="1280"/>
              <a:buChar char="▪"/>
              <a:defRPr sz="1600"/>
            </a:lvl6pPr>
            <a:lvl7pPr marL="3200400" lvl="6" indent="-309879" algn="l">
              <a:spcBef>
                <a:spcPts val="320"/>
              </a:spcBef>
              <a:spcAft>
                <a:spcPts val="0"/>
              </a:spcAft>
              <a:buSzPts val="1280"/>
              <a:buChar char="▪"/>
              <a:defRPr sz="1600"/>
            </a:lvl7pPr>
            <a:lvl8pPr marL="3657600" lvl="7" indent="-309879" algn="l">
              <a:spcBef>
                <a:spcPts val="320"/>
              </a:spcBef>
              <a:spcAft>
                <a:spcPts val="0"/>
              </a:spcAft>
              <a:buSzPts val="1280"/>
              <a:buChar char="▪"/>
              <a:defRPr sz="1600"/>
            </a:lvl8pPr>
            <a:lvl9pPr marL="4114800" lvl="8" indent="-309879" algn="l">
              <a:spcBef>
                <a:spcPts val="320"/>
              </a:spcBef>
              <a:spcAft>
                <a:spcPts val="0"/>
              </a:spcAft>
              <a:buSzPts val="1280"/>
              <a:buChar char="▪"/>
              <a:defRPr sz="1600"/>
            </a:lvl9pPr>
          </a:lstStyle>
          <a:p>
            <a:endParaRPr/>
          </a:p>
        </p:txBody>
      </p:sp>
      <p:sp>
        <p:nvSpPr>
          <p:cNvPr id="82" name="Google Shape;82;p36"/>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6"/>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
        <p:cNvGrpSpPr/>
        <p:nvPr/>
      </p:nvGrpSpPr>
      <p:grpSpPr>
        <a:xfrm>
          <a:off x="0" y="0"/>
          <a:ext cx="0" cy="0"/>
          <a:chOff x="0" y="0"/>
          <a:chExt cx="0" cy="0"/>
        </a:xfrm>
      </p:grpSpPr>
      <p:sp>
        <p:nvSpPr>
          <p:cNvPr id="86" name="Google Shape;86;p37"/>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7"/>
          <p:cNvSpPr txBox="1">
            <a:spLocks noGrp="1"/>
          </p:cNvSpPr>
          <p:nvPr>
            <p:ph type="body" idx="1"/>
          </p:nvPr>
        </p:nvSpPr>
        <p:spPr>
          <a:xfrm>
            <a:off x="457200" y="1600200"/>
            <a:ext cx="4038600" cy="4530725"/>
          </a:xfrm>
          <a:prstGeom prst="rect">
            <a:avLst/>
          </a:prstGeom>
          <a:noFill/>
          <a:ln>
            <a:noFill/>
          </a:ln>
        </p:spPr>
        <p:txBody>
          <a:bodyPr spcFirstLastPara="1" wrap="square" lIns="91425" tIns="45700" rIns="91425" bIns="45700" anchor="t" anchorCtr="0">
            <a:noAutofit/>
          </a:bodyPr>
          <a:lstStyle>
            <a:lvl1pPr marL="457200" lvl="0" indent="-361950" algn="l">
              <a:spcBef>
                <a:spcPts val="560"/>
              </a:spcBef>
              <a:spcAft>
                <a:spcPts val="0"/>
              </a:spcAft>
              <a:buSzPts val="2100"/>
              <a:buChar char="🞐"/>
              <a:defRPr sz="2800"/>
            </a:lvl1pPr>
            <a:lvl2pPr marL="914400" lvl="1" indent="-342900" algn="l">
              <a:spcBef>
                <a:spcPts val="480"/>
              </a:spcBef>
              <a:spcAft>
                <a:spcPts val="0"/>
              </a:spcAft>
              <a:buSzPts val="1800"/>
              <a:buChar char="■"/>
              <a:defRPr sz="2400"/>
            </a:lvl2pPr>
            <a:lvl3pPr marL="1371600" lvl="2" indent="-311150" algn="l">
              <a:spcBef>
                <a:spcPts val="400"/>
              </a:spcBef>
              <a:spcAft>
                <a:spcPts val="0"/>
              </a:spcAft>
              <a:buSzPts val="1300"/>
              <a:buChar char="🞐"/>
              <a:defRPr sz="2000"/>
            </a:lvl3pPr>
            <a:lvl4pPr marL="1828800" lvl="3" indent="-342900" algn="l">
              <a:spcBef>
                <a:spcPts val="360"/>
              </a:spcBef>
              <a:spcAft>
                <a:spcPts val="0"/>
              </a:spcAft>
              <a:buSzPts val="1800"/>
              <a:buChar char="▪"/>
              <a:defRPr sz="1800"/>
            </a:lvl4pPr>
            <a:lvl5pPr marL="2286000" lvl="4" indent="-320039" algn="l">
              <a:spcBef>
                <a:spcPts val="360"/>
              </a:spcBef>
              <a:spcAft>
                <a:spcPts val="0"/>
              </a:spcAft>
              <a:buSzPts val="1440"/>
              <a:buChar char="▪"/>
              <a:defRPr sz="1800"/>
            </a:lvl5pPr>
            <a:lvl6pPr marL="2743200" lvl="5" indent="-320039" algn="l">
              <a:spcBef>
                <a:spcPts val="360"/>
              </a:spcBef>
              <a:spcAft>
                <a:spcPts val="0"/>
              </a:spcAft>
              <a:buSzPts val="1440"/>
              <a:buChar char="▪"/>
              <a:defRPr sz="1800"/>
            </a:lvl6pPr>
            <a:lvl7pPr marL="3200400" lvl="6" indent="-320039" algn="l">
              <a:spcBef>
                <a:spcPts val="360"/>
              </a:spcBef>
              <a:spcAft>
                <a:spcPts val="0"/>
              </a:spcAft>
              <a:buSzPts val="1440"/>
              <a:buChar char="▪"/>
              <a:defRPr sz="1800"/>
            </a:lvl7pPr>
            <a:lvl8pPr marL="3657600" lvl="7" indent="-320040" algn="l">
              <a:spcBef>
                <a:spcPts val="360"/>
              </a:spcBef>
              <a:spcAft>
                <a:spcPts val="0"/>
              </a:spcAft>
              <a:buSzPts val="1440"/>
              <a:buChar char="▪"/>
              <a:defRPr sz="1800"/>
            </a:lvl8pPr>
            <a:lvl9pPr marL="4114800" lvl="8" indent="-320040" algn="l">
              <a:spcBef>
                <a:spcPts val="360"/>
              </a:spcBef>
              <a:spcAft>
                <a:spcPts val="0"/>
              </a:spcAft>
              <a:buSzPts val="1440"/>
              <a:buChar char="▪"/>
              <a:defRPr sz="1800"/>
            </a:lvl9pPr>
          </a:lstStyle>
          <a:p>
            <a:endParaRPr/>
          </a:p>
        </p:txBody>
      </p:sp>
      <p:sp>
        <p:nvSpPr>
          <p:cNvPr id="88" name="Google Shape;88;p37"/>
          <p:cNvSpPr txBox="1">
            <a:spLocks noGrp="1"/>
          </p:cNvSpPr>
          <p:nvPr>
            <p:ph type="body" idx="2"/>
          </p:nvPr>
        </p:nvSpPr>
        <p:spPr>
          <a:xfrm>
            <a:off x="4648200" y="1600200"/>
            <a:ext cx="4038600" cy="4530725"/>
          </a:xfrm>
          <a:prstGeom prst="rect">
            <a:avLst/>
          </a:prstGeom>
          <a:noFill/>
          <a:ln>
            <a:noFill/>
          </a:ln>
        </p:spPr>
        <p:txBody>
          <a:bodyPr spcFirstLastPara="1" wrap="square" lIns="91425" tIns="45700" rIns="91425" bIns="45700" anchor="t" anchorCtr="0">
            <a:noAutofit/>
          </a:bodyPr>
          <a:lstStyle>
            <a:lvl1pPr marL="457200" lvl="0" indent="-361950" algn="l">
              <a:spcBef>
                <a:spcPts val="560"/>
              </a:spcBef>
              <a:spcAft>
                <a:spcPts val="0"/>
              </a:spcAft>
              <a:buSzPts val="2100"/>
              <a:buChar char="🞐"/>
              <a:defRPr sz="2800"/>
            </a:lvl1pPr>
            <a:lvl2pPr marL="914400" lvl="1" indent="-342900" algn="l">
              <a:spcBef>
                <a:spcPts val="480"/>
              </a:spcBef>
              <a:spcAft>
                <a:spcPts val="0"/>
              </a:spcAft>
              <a:buSzPts val="1800"/>
              <a:buChar char="■"/>
              <a:defRPr sz="2400"/>
            </a:lvl2pPr>
            <a:lvl3pPr marL="1371600" lvl="2" indent="-311150" algn="l">
              <a:spcBef>
                <a:spcPts val="400"/>
              </a:spcBef>
              <a:spcAft>
                <a:spcPts val="0"/>
              </a:spcAft>
              <a:buSzPts val="1300"/>
              <a:buChar char="🞐"/>
              <a:defRPr sz="2000"/>
            </a:lvl3pPr>
            <a:lvl4pPr marL="1828800" lvl="3" indent="-342900" algn="l">
              <a:spcBef>
                <a:spcPts val="360"/>
              </a:spcBef>
              <a:spcAft>
                <a:spcPts val="0"/>
              </a:spcAft>
              <a:buSzPts val="1800"/>
              <a:buChar char="▪"/>
              <a:defRPr sz="1800"/>
            </a:lvl4pPr>
            <a:lvl5pPr marL="2286000" lvl="4" indent="-320039" algn="l">
              <a:spcBef>
                <a:spcPts val="360"/>
              </a:spcBef>
              <a:spcAft>
                <a:spcPts val="0"/>
              </a:spcAft>
              <a:buSzPts val="1440"/>
              <a:buChar char="▪"/>
              <a:defRPr sz="1800"/>
            </a:lvl5pPr>
            <a:lvl6pPr marL="2743200" lvl="5" indent="-320039" algn="l">
              <a:spcBef>
                <a:spcPts val="360"/>
              </a:spcBef>
              <a:spcAft>
                <a:spcPts val="0"/>
              </a:spcAft>
              <a:buSzPts val="1440"/>
              <a:buChar char="▪"/>
              <a:defRPr sz="1800"/>
            </a:lvl6pPr>
            <a:lvl7pPr marL="3200400" lvl="6" indent="-320039" algn="l">
              <a:spcBef>
                <a:spcPts val="360"/>
              </a:spcBef>
              <a:spcAft>
                <a:spcPts val="0"/>
              </a:spcAft>
              <a:buSzPts val="1440"/>
              <a:buChar char="▪"/>
              <a:defRPr sz="1800"/>
            </a:lvl7pPr>
            <a:lvl8pPr marL="3657600" lvl="7" indent="-320040" algn="l">
              <a:spcBef>
                <a:spcPts val="360"/>
              </a:spcBef>
              <a:spcAft>
                <a:spcPts val="0"/>
              </a:spcAft>
              <a:buSzPts val="1440"/>
              <a:buChar char="▪"/>
              <a:defRPr sz="1800"/>
            </a:lvl8pPr>
            <a:lvl9pPr marL="4114800" lvl="8" indent="-320040" algn="l">
              <a:spcBef>
                <a:spcPts val="360"/>
              </a:spcBef>
              <a:spcAft>
                <a:spcPts val="0"/>
              </a:spcAft>
              <a:buSzPts val="1440"/>
              <a:buChar char="▪"/>
              <a:defRPr sz="1800"/>
            </a:lvl9pPr>
          </a:lstStyle>
          <a:p>
            <a:endParaRPr/>
          </a:p>
        </p:txBody>
      </p:sp>
      <p:sp>
        <p:nvSpPr>
          <p:cNvPr id="89" name="Google Shape;89;p37"/>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7"/>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3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1500"/>
              <a:buNone/>
              <a:defRPr sz="2000"/>
            </a:lvl1pPr>
            <a:lvl2pPr marL="914400" lvl="1" indent="-228600" algn="l">
              <a:spcBef>
                <a:spcPts val="360"/>
              </a:spcBef>
              <a:spcAft>
                <a:spcPts val="0"/>
              </a:spcAft>
              <a:buSzPts val="1350"/>
              <a:buNone/>
              <a:defRPr sz="1800"/>
            </a:lvl2pPr>
            <a:lvl3pPr marL="1371600" lvl="2" indent="-228600" algn="l">
              <a:spcBef>
                <a:spcPts val="320"/>
              </a:spcBef>
              <a:spcAft>
                <a:spcPts val="0"/>
              </a:spcAft>
              <a:buSzPts val="1040"/>
              <a:buNone/>
              <a:defRPr sz="1600"/>
            </a:lvl3pPr>
            <a:lvl4pPr marL="1828800" lvl="3" indent="-228600" algn="l">
              <a:spcBef>
                <a:spcPts val="280"/>
              </a:spcBef>
              <a:spcAft>
                <a:spcPts val="0"/>
              </a:spcAft>
              <a:buSzPts val="1400"/>
              <a:buNone/>
              <a:defRPr sz="1400"/>
            </a:lvl4pPr>
            <a:lvl5pPr marL="2286000" lvl="4" indent="-228600" algn="l">
              <a:spcBef>
                <a:spcPts val="280"/>
              </a:spcBef>
              <a:spcAft>
                <a:spcPts val="0"/>
              </a:spcAft>
              <a:buSzPts val="1120"/>
              <a:buNone/>
              <a:defRPr sz="1400"/>
            </a:lvl5pPr>
            <a:lvl6pPr marL="2743200" lvl="5" indent="-228600" algn="l">
              <a:spcBef>
                <a:spcPts val="280"/>
              </a:spcBef>
              <a:spcAft>
                <a:spcPts val="0"/>
              </a:spcAft>
              <a:buSzPts val="1120"/>
              <a:buNone/>
              <a:defRPr sz="1400"/>
            </a:lvl6pPr>
            <a:lvl7pPr marL="3200400" lvl="6" indent="-228600" algn="l">
              <a:spcBef>
                <a:spcPts val="280"/>
              </a:spcBef>
              <a:spcAft>
                <a:spcPts val="0"/>
              </a:spcAft>
              <a:buSzPts val="1120"/>
              <a:buNone/>
              <a:defRPr sz="1400"/>
            </a:lvl7pPr>
            <a:lvl8pPr marL="3657600" lvl="7" indent="-228600" algn="l">
              <a:spcBef>
                <a:spcPts val="280"/>
              </a:spcBef>
              <a:spcAft>
                <a:spcPts val="0"/>
              </a:spcAft>
              <a:buSzPts val="1120"/>
              <a:buNone/>
              <a:defRPr sz="1400"/>
            </a:lvl8pPr>
            <a:lvl9pPr marL="4114800" lvl="8" indent="-228600" algn="l">
              <a:spcBef>
                <a:spcPts val="280"/>
              </a:spcBef>
              <a:spcAft>
                <a:spcPts val="0"/>
              </a:spcAft>
              <a:buSzPts val="1120"/>
              <a:buNone/>
              <a:defRPr sz="1400"/>
            </a:lvl9pPr>
          </a:lstStyle>
          <a:p>
            <a:endParaRPr/>
          </a:p>
        </p:txBody>
      </p:sp>
      <p:sp>
        <p:nvSpPr>
          <p:cNvPr id="95" name="Google Shape;95;p38"/>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38"/>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26"/>
          <p:cNvGrpSpPr/>
          <p:nvPr/>
        </p:nvGrpSpPr>
        <p:grpSpPr>
          <a:xfrm>
            <a:off x="228600" y="2889250"/>
            <a:ext cx="8610600" cy="201612"/>
            <a:chOff x="144" y="1680"/>
            <a:chExt cx="5424" cy="144"/>
          </a:xfrm>
        </p:grpSpPr>
        <p:sp>
          <p:nvSpPr>
            <p:cNvPr id="11" name="Google Shape;11;p26"/>
            <p:cNvSpPr txBox="1"/>
            <p:nvPr/>
          </p:nvSpPr>
          <p:spPr>
            <a:xfrm>
              <a:off x="144" y="1680"/>
              <a:ext cx="1808" cy="144"/>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Verdana"/>
                <a:ea typeface="Verdana"/>
                <a:cs typeface="Verdana"/>
                <a:sym typeface="Verdana"/>
              </a:endParaRPr>
            </a:p>
          </p:txBody>
        </p:sp>
        <p:sp>
          <p:nvSpPr>
            <p:cNvPr id="12" name="Google Shape;12;p26"/>
            <p:cNvSpPr txBox="1"/>
            <p:nvPr/>
          </p:nvSpPr>
          <p:spPr>
            <a:xfrm>
              <a:off x="1952" y="1680"/>
              <a:ext cx="1808" cy="14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Verdana"/>
                <a:ea typeface="Verdana"/>
                <a:cs typeface="Verdana"/>
                <a:sym typeface="Verdana"/>
              </a:endParaRPr>
            </a:p>
          </p:txBody>
        </p:sp>
        <p:sp>
          <p:nvSpPr>
            <p:cNvPr id="13" name="Google Shape;13;p26"/>
            <p:cNvSpPr txBox="1"/>
            <p:nvPr/>
          </p:nvSpPr>
          <p:spPr>
            <a:xfrm>
              <a:off x="3760" y="1680"/>
              <a:ext cx="1808" cy="144"/>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Verdana"/>
                <a:ea typeface="Verdana"/>
                <a:cs typeface="Verdana"/>
                <a:sym typeface="Verdana"/>
              </a:endParaRPr>
            </a:p>
          </p:txBody>
        </p:sp>
      </p:grpSp>
      <p:sp>
        <p:nvSpPr>
          <p:cNvPr id="14" name="Google Shape;14;p26"/>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1pPr>
            <a:lvl2pPr marR="0" lvl="1"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2pPr>
            <a:lvl3pPr marR="0" lvl="2"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3pPr>
            <a:lvl4pPr marR="0" lvl="3"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4pPr>
            <a:lvl5pPr marR="0" lvl="4"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5pPr>
            <a:lvl6pPr marR="0" lvl="5"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6pPr>
            <a:lvl7pPr marR="0" lvl="6"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7pPr>
            <a:lvl8pPr marR="0" lvl="7"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8pPr>
            <a:lvl9pPr marR="0" lvl="8"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9pPr>
          </a:lstStyle>
          <a:p>
            <a:endParaRPr/>
          </a:p>
        </p:txBody>
      </p:sp>
      <p:sp>
        <p:nvSpPr>
          <p:cNvPr id="15" name="Google Shape;15;p26"/>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lvl1pPr marL="457200" marR="0" lvl="0" indent="-361950" algn="l" rtl="0">
              <a:spcBef>
                <a:spcPts val="560"/>
              </a:spcBef>
              <a:spcAft>
                <a:spcPts val="0"/>
              </a:spcAft>
              <a:buClr>
                <a:schemeClr val="lt2"/>
              </a:buClr>
              <a:buSzPts val="2100"/>
              <a:buFont typeface="Noto Sans Symbols"/>
              <a:buChar char="🞐"/>
              <a:defRPr sz="2800" b="0" i="0" u="none" strike="noStrike" cap="none">
                <a:solidFill>
                  <a:schemeClr val="dk1"/>
                </a:solidFill>
                <a:latin typeface="Verdana"/>
                <a:ea typeface="Verdana"/>
                <a:cs typeface="Verdana"/>
                <a:sym typeface="Verdana"/>
              </a:defRPr>
            </a:lvl1pPr>
            <a:lvl2pPr marL="914400" marR="0" lvl="1" indent="-342900" algn="l" rtl="0">
              <a:spcBef>
                <a:spcPts val="480"/>
              </a:spcBef>
              <a:spcAft>
                <a:spcPts val="0"/>
              </a:spcAft>
              <a:buClr>
                <a:schemeClr val="dk2"/>
              </a:buClr>
              <a:buSzPts val="1800"/>
              <a:buFont typeface="Noto Sans Symbols"/>
              <a:buChar char="■"/>
              <a:defRPr sz="2400" b="0" i="0" u="none" strike="noStrike" cap="none">
                <a:solidFill>
                  <a:schemeClr val="dk1"/>
                </a:solidFill>
                <a:latin typeface="Verdana"/>
                <a:ea typeface="Verdana"/>
                <a:cs typeface="Verdana"/>
                <a:sym typeface="Verdana"/>
              </a:defRPr>
            </a:lvl2pPr>
            <a:lvl3pPr marL="1371600" marR="0" lvl="2" indent="-311150" algn="l" rtl="0">
              <a:spcBef>
                <a:spcPts val="400"/>
              </a:spcBef>
              <a:spcAft>
                <a:spcPts val="0"/>
              </a:spcAft>
              <a:buClr>
                <a:schemeClr val="accent1"/>
              </a:buClr>
              <a:buSzPts val="1300"/>
              <a:buFont typeface="Noto Sans Symbols"/>
              <a:buChar char="🞐"/>
              <a:defRPr sz="2000" b="0" i="0" u="none" strike="noStrike" cap="none">
                <a:solidFill>
                  <a:schemeClr val="dk1"/>
                </a:solidFill>
                <a:latin typeface="Verdana"/>
                <a:ea typeface="Verdana"/>
                <a:cs typeface="Verdana"/>
                <a:sym typeface="Verdana"/>
              </a:defRPr>
            </a:lvl3pPr>
            <a:lvl4pPr marL="1828800" marR="0" lvl="3" indent="-355600" algn="l" rtl="0">
              <a:spcBef>
                <a:spcPts val="400"/>
              </a:spcBef>
              <a:spcAft>
                <a:spcPts val="0"/>
              </a:spcAft>
              <a:buClr>
                <a:schemeClr val="lt2"/>
              </a:buClr>
              <a:buSzPts val="2000"/>
              <a:buFont typeface="Noto Sans Symbols"/>
              <a:buChar char="▪"/>
              <a:defRPr sz="2000" b="0" i="0" u="none" strike="noStrike" cap="none">
                <a:solidFill>
                  <a:schemeClr val="dk1"/>
                </a:solidFill>
                <a:latin typeface="Verdana"/>
                <a:ea typeface="Verdana"/>
                <a:cs typeface="Verdana"/>
                <a:sym typeface="Verdana"/>
              </a:defRPr>
            </a:lvl4pPr>
            <a:lvl5pPr marL="2286000" marR="0" lvl="4" indent="-330200" algn="l" rtl="0">
              <a:spcBef>
                <a:spcPts val="400"/>
              </a:spcBef>
              <a:spcAft>
                <a:spcPts val="0"/>
              </a:spcAft>
              <a:buClr>
                <a:schemeClr val="dk2"/>
              </a:buClr>
              <a:buSzPts val="1600"/>
              <a:buFont typeface="Noto Sans Symbols"/>
              <a:buChar char="▪"/>
              <a:defRPr sz="2000" b="0" i="0" u="none" strike="noStrike" cap="none">
                <a:solidFill>
                  <a:schemeClr val="dk1"/>
                </a:solidFill>
                <a:latin typeface="Verdana"/>
                <a:ea typeface="Verdana"/>
                <a:cs typeface="Verdana"/>
                <a:sym typeface="Verdana"/>
              </a:defRPr>
            </a:lvl5pPr>
            <a:lvl6pPr marL="2743200" marR="0" lvl="5" indent="-320039" algn="l" rtl="0">
              <a:spcBef>
                <a:spcPts val="360"/>
              </a:spcBef>
              <a:spcAft>
                <a:spcPts val="0"/>
              </a:spcAft>
              <a:buClr>
                <a:schemeClr val="dk2"/>
              </a:buClr>
              <a:buSzPts val="1440"/>
              <a:buFont typeface="Noto Sans Symbols"/>
              <a:buChar char="▪"/>
              <a:defRPr sz="1800" b="0" i="0" u="none" strike="noStrike" cap="none">
                <a:solidFill>
                  <a:schemeClr val="dk1"/>
                </a:solidFill>
                <a:latin typeface="Verdana"/>
                <a:ea typeface="Verdana"/>
                <a:cs typeface="Verdana"/>
                <a:sym typeface="Verdana"/>
              </a:defRPr>
            </a:lvl6pPr>
            <a:lvl7pPr marL="3200400" marR="0" lvl="6" indent="-320039" algn="l" rtl="0">
              <a:spcBef>
                <a:spcPts val="360"/>
              </a:spcBef>
              <a:spcAft>
                <a:spcPts val="0"/>
              </a:spcAft>
              <a:buClr>
                <a:schemeClr val="dk2"/>
              </a:buClr>
              <a:buSzPts val="1440"/>
              <a:buFont typeface="Noto Sans Symbols"/>
              <a:buChar char="▪"/>
              <a:defRPr sz="1800" b="0" i="0" u="none" strike="noStrike" cap="none">
                <a:solidFill>
                  <a:schemeClr val="dk1"/>
                </a:solidFill>
                <a:latin typeface="Verdana"/>
                <a:ea typeface="Verdana"/>
                <a:cs typeface="Verdana"/>
                <a:sym typeface="Verdana"/>
              </a:defRPr>
            </a:lvl7pPr>
            <a:lvl8pPr marL="3657600" marR="0" lvl="7" indent="-320040" algn="l" rtl="0">
              <a:spcBef>
                <a:spcPts val="360"/>
              </a:spcBef>
              <a:spcAft>
                <a:spcPts val="0"/>
              </a:spcAft>
              <a:buClr>
                <a:schemeClr val="dk2"/>
              </a:buClr>
              <a:buSzPts val="1440"/>
              <a:buFont typeface="Noto Sans Symbols"/>
              <a:buChar char="▪"/>
              <a:defRPr sz="1800" b="0" i="0" u="none" strike="noStrike" cap="none">
                <a:solidFill>
                  <a:schemeClr val="dk1"/>
                </a:solidFill>
                <a:latin typeface="Verdana"/>
                <a:ea typeface="Verdana"/>
                <a:cs typeface="Verdana"/>
                <a:sym typeface="Verdana"/>
              </a:defRPr>
            </a:lvl8pPr>
            <a:lvl9pPr marL="4114800" marR="0" lvl="8" indent="-320040" algn="l" rtl="0">
              <a:spcBef>
                <a:spcPts val="360"/>
              </a:spcBef>
              <a:spcAft>
                <a:spcPts val="0"/>
              </a:spcAft>
              <a:buClr>
                <a:schemeClr val="dk2"/>
              </a:buClr>
              <a:buSzPts val="1440"/>
              <a:buFont typeface="Noto Sans Symbols"/>
              <a:buChar char="▪"/>
              <a:defRPr sz="1800" b="0" i="0" u="none" strike="noStrike" cap="none">
                <a:solidFill>
                  <a:schemeClr val="dk1"/>
                </a:solidFill>
                <a:latin typeface="Verdana"/>
                <a:ea typeface="Verdana"/>
                <a:cs typeface="Verdana"/>
                <a:sym typeface="Verdana"/>
              </a:defRPr>
            </a:lvl9pPr>
          </a:lstStyle>
          <a:p>
            <a:endParaRPr/>
          </a:p>
        </p:txBody>
      </p:sp>
      <p:sp>
        <p:nvSpPr>
          <p:cNvPr id="16" name="Google Shape;16;p26"/>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Verdana"/>
                <a:ea typeface="Verdana"/>
                <a:cs typeface="Verdana"/>
                <a:sym typeface="Verdana"/>
              </a:defRPr>
            </a:lvl1pPr>
            <a:lvl2pPr marR="0" lvl="1"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7" name="Google Shape;17;p2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Verdana"/>
                <a:ea typeface="Verdana"/>
                <a:cs typeface="Verdana"/>
                <a:sym typeface="Verdana"/>
              </a:defRPr>
            </a:lvl1pPr>
            <a:lvl2pPr marR="0" lvl="1"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8" name="Google Shape;18;p26"/>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1pPr>
            <a:lvl2pPr marR="0" lvl="1"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2pPr>
            <a:lvl3pPr marR="0" lvl="2"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3pPr>
            <a:lvl4pPr marR="0" lvl="3"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4pPr>
            <a:lvl5pPr marR="0" lvl="4"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5pPr>
            <a:lvl6pPr marR="0" lvl="5"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6pPr>
            <a:lvl7pPr marR="0" lvl="6"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7pPr>
            <a:lvl8pPr marR="0" lvl="7"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8pPr>
            <a:lvl9pPr marR="0" lvl="8" algn="l" rtl="0">
              <a:spcBef>
                <a:spcPts val="0"/>
              </a:spcBef>
              <a:spcAft>
                <a:spcPts val="0"/>
              </a:spcAft>
              <a:buSzPts val="1400"/>
              <a:buNone/>
              <a:defRPr sz="4400" b="0" i="0" u="none" strike="noStrike" cap="none">
                <a:solidFill>
                  <a:schemeClr val="dk2"/>
                </a:solidFill>
                <a:latin typeface="Garamond"/>
                <a:ea typeface="Garamond"/>
                <a:cs typeface="Garamond"/>
                <a:sym typeface="Garamond"/>
              </a:defRPr>
            </a:lvl9pPr>
          </a:lstStyle>
          <a:p>
            <a:endParaRPr/>
          </a:p>
        </p:txBody>
      </p:sp>
      <p:sp>
        <p:nvSpPr>
          <p:cNvPr id="27" name="Google Shape;27;p28"/>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lvl1pPr marL="457200" marR="0" lvl="0" indent="-361950" algn="l" rtl="0">
              <a:spcBef>
                <a:spcPts val="560"/>
              </a:spcBef>
              <a:spcAft>
                <a:spcPts val="0"/>
              </a:spcAft>
              <a:buClr>
                <a:schemeClr val="lt2"/>
              </a:buClr>
              <a:buSzPts val="2100"/>
              <a:buFont typeface="Noto Sans Symbols"/>
              <a:buChar char="🞐"/>
              <a:defRPr sz="2800" b="0" i="0" u="none" strike="noStrike" cap="none">
                <a:solidFill>
                  <a:schemeClr val="dk1"/>
                </a:solidFill>
                <a:latin typeface="Verdana"/>
                <a:ea typeface="Verdana"/>
                <a:cs typeface="Verdana"/>
                <a:sym typeface="Verdana"/>
              </a:defRPr>
            </a:lvl1pPr>
            <a:lvl2pPr marL="914400" marR="0" lvl="1" indent="-342900" algn="l" rtl="0">
              <a:spcBef>
                <a:spcPts val="480"/>
              </a:spcBef>
              <a:spcAft>
                <a:spcPts val="0"/>
              </a:spcAft>
              <a:buClr>
                <a:schemeClr val="dk2"/>
              </a:buClr>
              <a:buSzPts val="1800"/>
              <a:buFont typeface="Noto Sans Symbols"/>
              <a:buChar char="■"/>
              <a:defRPr sz="2400" b="0" i="0" u="none" strike="noStrike" cap="none">
                <a:solidFill>
                  <a:schemeClr val="dk1"/>
                </a:solidFill>
                <a:latin typeface="Verdana"/>
                <a:ea typeface="Verdana"/>
                <a:cs typeface="Verdana"/>
                <a:sym typeface="Verdana"/>
              </a:defRPr>
            </a:lvl2pPr>
            <a:lvl3pPr marL="1371600" marR="0" lvl="2" indent="-311150" algn="l" rtl="0">
              <a:spcBef>
                <a:spcPts val="400"/>
              </a:spcBef>
              <a:spcAft>
                <a:spcPts val="0"/>
              </a:spcAft>
              <a:buClr>
                <a:schemeClr val="accent1"/>
              </a:buClr>
              <a:buSzPts val="1300"/>
              <a:buFont typeface="Noto Sans Symbols"/>
              <a:buChar char="🞐"/>
              <a:defRPr sz="2000" b="0" i="0" u="none" strike="noStrike" cap="none">
                <a:solidFill>
                  <a:schemeClr val="dk1"/>
                </a:solidFill>
                <a:latin typeface="Verdana"/>
                <a:ea typeface="Verdana"/>
                <a:cs typeface="Verdana"/>
                <a:sym typeface="Verdana"/>
              </a:defRPr>
            </a:lvl3pPr>
            <a:lvl4pPr marL="1828800" marR="0" lvl="3" indent="-355600" algn="l" rtl="0">
              <a:spcBef>
                <a:spcPts val="400"/>
              </a:spcBef>
              <a:spcAft>
                <a:spcPts val="0"/>
              </a:spcAft>
              <a:buClr>
                <a:schemeClr val="lt2"/>
              </a:buClr>
              <a:buSzPts val="2000"/>
              <a:buFont typeface="Noto Sans Symbols"/>
              <a:buChar char="▪"/>
              <a:defRPr sz="2000" b="0" i="0" u="none" strike="noStrike" cap="none">
                <a:solidFill>
                  <a:schemeClr val="dk1"/>
                </a:solidFill>
                <a:latin typeface="Verdana"/>
                <a:ea typeface="Verdana"/>
                <a:cs typeface="Verdana"/>
                <a:sym typeface="Verdana"/>
              </a:defRPr>
            </a:lvl4pPr>
            <a:lvl5pPr marL="2286000" marR="0" lvl="4" indent="-330200" algn="l" rtl="0">
              <a:spcBef>
                <a:spcPts val="400"/>
              </a:spcBef>
              <a:spcAft>
                <a:spcPts val="0"/>
              </a:spcAft>
              <a:buClr>
                <a:schemeClr val="dk2"/>
              </a:buClr>
              <a:buSzPts val="1600"/>
              <a:buFont typeface="Noto Sans Symbols"/>
              <a:buChar char="▪"/>
              <a:defRPr sz="2000" b="0" i="0" u="none" strike="noStrike" cap="none">
                <a:solidFill>
                  <a:schemeClr val="dk1"/>
                </a:solidFill>
                <a:latin typeface="Verdana"/>
                <a:ea typeface="Verdana"/>
                <a:cs typeface="Verdana"/>
                <a:sym typeface="Verdana"/>
              </a:defRPr>
            </a:lvl5pPr>
            <a:lvl6pPr marL="2743200" marR="0" lvl="5" indent="-320039" algn="l" rtl="0">
              <a:spcBef>
                <a:spcPts val="360"/>
              </a:spcBef>
              <a:spcAft>
                <a:spcPts val="0"/>
              </a:spcAft>
              <a:buClr>
                <a:schemeClr val="dk2"/>
              </a:buClr>
              <a:buSzPts val="1440"/>
              <a:buFont typeface="Noto Sans Symbols"/>
              <a:buChar char="▪"/>
              <a:defRPr sz="1800" b="0" i="0" u="none" strike="noStrike" cap="none">
                <a:solidFill>
                  <a:schemeClr val="dk1"/>
                </a:solidFill>
                <a:latin typeface="Verdana"/>
                <a:ea typeface="Verdana"/>
                <a:cs typeface="Verdana"/>
                <a:sym typeface="Verdana"/>
              </a:defRPr>
            </a:lvl6pPr>
            <a:lvl7pPr marL="3200400" marR="0" lvl="6" indent="-320039" algn="l" rtl="0">
              <a:spcBef>
                <a:spcPts val="360"/>
              </a:spcBef>
              <a:spcAft>
                <a:spcPts val="0"/>
              </a:spcAft>
              <a:buClr>
                <a:schemeClr val="dk2"/>
              </a:buClr>
              <a:buSzPts val="1440"/>
              <a:buFont typeface="Noto Sans Symbols"/>
              <a:buChar char="▪"/>
              <a:defRPr sz="1800" b="0" i="0" u="none" strike="noStrike" cap="none">
                <a:solidFill>
                  <a:schemeClr val="dk1"/>
                </a:solidFill>
                <a:latin typeface="Verdana"/>
                <a:ea typeface="Verdana"/>
                <a:cs typeface="Verdana"/>
                <a:sym typeface="Verdana"/>
              </a:defRPr>
            </a:lvl7pPr>
            <a:lvl8pPr marL="3657600" marR="0" lvl="7" indent="-320040" algn="l" rtl="0">
              <a:spcBef>
                <a:spcPts val="360"/>
              </a:spcBef>
              <a:spcAft>
                <a:spcPts val="0"/>
              </a:spcAft>
              <a:buClr>
                <a:schemeClr val="dk2"/>
              </a:buClr>
              <a:buSzPts val="1440"/>
              <a:buFont typeface="Noto Sans Symbols"/>
              <a:buChar char="▪"/>
              <a:defRPr sz="1800" b="0" i="0" u="none" strike="noStrike" cap="none">
                <a:solidFill>
                  <a:schemeClr val="dk1"/>
                </a:solidFill>
                <a:latin typeface="Verdana"/>
                <a:ea typeface="Verdana"/>
                <a:cs typeface="Verdana"/>
                <a:sym typeface="Verdana"/>
              </a:defRPr>
            </a:lvl8pPr>
            <a:lvl9pPr marL="4114800" marR="0" lvl="8" indent="-320040" algn="l" rtl="0">
              <a:spcBef>
                <a:spcPts val="360"/>
              </a:spcBef>
              <a:spcAft>
                <a:spcPts val="0"/>
              </a:spcAft>
              <a:buClr>
                <a:schemeClr val="dk2"/>
              </a:buClr>
              <a:buSzPts val="1440"/>
              <a:buFont typeface="Noto Sans Symbols"/>
              <a:buChar char="▪"/>
              <a:defRPr sz="1800" b="0" i="0" u="none" strike="noStrike" cap="none">
                <a:solidFill>
                  <a:schemeClr val="dk1"/>
                </a:solidFill>
                <a:latin typeface="Verdana"/>
                <a:ea typeface="Verdana"/>
                <a:cs typeface="Verdana"/>
                <a:sym typeface="Verdana"/>
              </a:defRPr>
            </a:lvl9pPr>
          </a:lstStyle>
          <a:p>
            <a:endParaRPr/>
          </a:p>
        </p:txBody>
      </p:sp>
      <p:sp>
        <p:nvSpPr>
          <p:cNvPr id="28" name="Google Shape;28;p28"/>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Verdana"/>
                <a:ea typeface="Verdana"/>
                <a:cs typeface="Verdana"/>
                <a:sym typeface="Verdana"/>
              </a:defRPr>
            </a:lvl1pPr>
            <a:lvl2pPr marR="0" lvl="1"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29" name="Google Shape;29;p2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Verdana"/>
                <a:ea typeface="Verdana"/>
                <a:cs typeface="Verdana"/>
                <a:sym typeface="Verdana"/>
              </a:defRPr>
            </a:lvl1pPr>
            <a:lvl2pPr marR="0" lvl="1"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lnSpc>
                <a:spcPct val="100000"/>
              </a:lnSpc>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30" name="Google Shape;30;p28"/>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1pPr>
            <a:lvl2pPr marL="0" marR="0" lvl="1"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2pPr>
            <a:lvl3pPr marL="0" marR="0" lvl="2"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3pPr>
            <a:lvl4pPr marL="0" marR="0" lvl="3"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4pPr>
            <a:lvl5pPr marL="0" marR="0" lvl="4"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5pPr>
            <a:lvl6pPr marL="0" marR="0" lvl="5"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6pPr>
            <a:lvl7pPr marL="0" marR="0" lvl="6"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7pPr>
            <a:lvl8pPr marL="0" marR="0" lvl="7"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8pPr>
            <a:lvl9pPr marL="0" marR="0" lvl="8" indent="0" algn="r" rtl="0">
              <a:lnSpc>
                <a:spcPct val="100000"/>
              </a:lnSpc>
              <a:spcBef>
                <a:spcPts val="0"/>
              </a:spcBef>
              <a:spcAft>
                <a:spcPts val="0"/>
              </a:spcAft>
              <a:buClr>
                <a:schemeClr val="dk1"/>
              </a:buClr>
              <a:buSzPts val="1000"/>
              <a:buFont typeface="Verdana"/>
              <a:buNone/>
              <a:defRPr sz="1000" b="0" i="0" u="none">
                <a:solidFill>
                  <a:schemeClr val="dk1"/>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a:solidFill>
                <a:srgbClr val="000000"/>
              </a:solidFill>
              <a:latin typeface="Arial"/>
              <a:ea typeface="Arial"/>
              <a:cs typeface="Arial"/>
              <a:sym typeface="Arial"/>
            </a:endParaRPr>
          </a:p>
        </p:txBody>
      </p:sp>
      <p:sp>
        <p:nvSpPr>
          <p:cNvPr id="31" name="Google Shape;31;p28"/>
          <p:cNvSpPr txBox="1"/>
          <p:nvPr/>
        </p:nvSpPr>
        <p:spPr>
          <a:xfrm>
            <a:off x="0" y="0"/>
            <a:ext cx="228600" cy="2286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Verdana"/>
              <a:ea typeface="Verdana"/>
              <a:cs typeface="Verdana"/>
              <a:sym typeface="Verdana"/>
            </a:endParaRPr>
          </a:p>
        </p:txBody>
      </p:sp>
      <p:cxnSp>
        <p:nvCxnSpPr>
          <p:cNvPr id="32" name="Google Shape;32;p28"/>
          <p:cNvCxnSpPr/>
          <p:nvPr/>
        </p:nvCxnSpPr>
        <p:spPr>
          <a:xfrm>
            <a:off x="457200" y="1447800"/>
            <a:ext cx="8077200" cy="0"/>
          </a:xfrm>
          <a:prstGeom prst="straightConnector1">
            <a:avLst/>
          </a:prstGeom>
          <a:noFill/>
          <a:ln w="19050" cap="flat" cmpd="sng">
            <a:solidFill>
              <a:schemeClr val="dk2"/>
            </a:solidFill>
            <a:prstDash val="solid"/>
            <a:miter lim="800000"/>
            <a:headEnd type="none" w="med" len="med"/>
            <a:tailEnd type="none" w="med" len="med"/>
          </a:ln>
        </p:spPr>
      </p:cxnSp>
      <p:sp>
        <p:nvSpPr>
          <p:cNvPr id="33" name="Google Shape;33;p28"/>
          <p:cNvSpPr txBox="1"/>
          <p:nvPr/>
        </p:nvSpPr>
        <p:spPr>
          <a:xfrm>
            <a:off x="0" y="2286000"/>
            <a:ext cx="228600" cy="2286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Verdana"/>
              <a:ea typeface="Verdana"/>
              <a:cs typeface="Verdana"/>
              <a:sym typeface="Verdana"/>
            </a:endParaRPr>
          </a:p>
        </p:txBody>
      </p:sp>
      <p:sp>
        <p:nvSpPr>
          <p:cNvPr id="34" name="Google Shape;34;p28"/>
          <p:cNvSpPr txBox="1"/>
          <p:nvPr/>
        </p:nvSpPr>
        <p:spPr>
          <a:xfrm>
            <a:off x="0" y="4572000"/>
            <a:ext cx="228600" cy="2286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Verdana"/>
              <a:ea typeface="Verdana"/>
              <a:cs typeface="Verdana"/>
              <a:sym typeface="Verdana"/>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685800" y="685800"/>
            <a:ext cx="7772400" cy="212725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4800"/>
              <a:buFont typeface="Garamond"/>
              <a:buNone/>
            </a:pPr>
            <a:r>
              <a:rPr lang="en-US" sz="4800" b="0" i="1" u="none">
                <a:solidFill>
                  <a:schemeClr val="dk2"/>
                </a:solidFill>
                <a:latin typeface="Garamond"/>
                <a:ea typeface="Garamond"/>
                <a:cs typeface="Garamond"/>
                <a:sym typeface="Garamond"/>
              </a:rPr>
              <a:t/>
            </a:r>
            <a:br>
              <a:rPr lang="en-US" sz="4800" b="0" i="1" u="none">
                <a:solidFill>
                  <a:schemeClr val="dk2"/>
                </a:solidFill>
                <a:latin typeface="Garamond"/>
                <a:ea typeface="Garamond"/>
                <a:cs typeface="Garamond"/>
                <a:sym typeface="Garamond"/>
              </a:rPr>
            </a:br>
            <a:r>
              <a:rPr lang="en-US" sz="4800" b="0" i="1" u="none">
                <a:solidFill>
                  <a:schemeClr val="dk2"/>
                </a:solidFill>
                <a:latin typeface="Garamond"/>
                <a:ea typeface="Garamond"/>
                <a:cs typeface="Garamond"/>
                <a:sym typeface="Garamond"/>
              </a:rPr>
              <a:t/>
            </a:r>
            <a:br>
              <a:rPr lang="en-US" sz="4800" b="0" i="1" u="none">
                <a:solidFill>
                  <a:schemeClr val="dk2"/>
                </a:solidFill>
                <a:latin typeface="Garamond"/>
                <a:ea typeface="Garamond"/>
                <a:cs typeface="Garamond"/>
                <a:sym typeface="Garamond"/>
              </a:rPr>
            </a:br>
            <a:r>
              <a:rPr lang="en-US" sz="4800" b="0" i="1" u="none">
                <a:solidFill>
                  <a:schemeClr val="dk2"/>
                </a:solidFill>
                <a:latin typeface="Garamond"/>
                <a:ea typeface="Garamond"/>
                <a:cs typeface="Garamond"/>
                <a:sym typeface="Garamond"/>
              </a:rPr>
              <a:t/>
            </a:r>
            <a:br>
              <a:rPr lang="en-US" sz="4800" b="0" i="1" u="none">
                <a:solidFill>
                  <a:schemeClr val="dk2"/>
                </a:solidFill>
                <a:latin typeface="Garamond"/>
                <a:ea typeface="Garamond"/>
                <a:cs typeface="Garamond"/>
                <a:sym typeface="Garamond"/>
              </a:rPr>
            </a:br>
            <a:r>
              <a:rPr lang="en-US" sz="4800" b="0" i="1" u="none">
                <a:solidFill>
                  <a:schemeClr val="dk2"/>
                </a:solidFill>
                <a:latin typeface="Garamond"/>
                <a:ea typeface="Garamond"/>
                <a:cs typeface="Garamond"/>
                <a:sym typeface="Garamond"/>
              </a:rPr>
              <a:t/>
            </a:r>
            <a:br>
              <a:rPr lang="en-US" sz="4800" b="0" i="1" u="none">
                <a:solidFill>
                  <a:schemeClr val="dk2"/>
                </a:solidFill>
                <a:latin typeface="Garamond"/>
                <a:ea typeface="Garamond"/>
                <a:cs typeface="Garamond"/>
                <a:sym typeface="Garamond"/>
              </a:rPr>
            </a:br>
            <a:r>
              <a:rPr lang="en-US" sz="4800" b="1" i="0" u="none">
                <a:solidFill>
                  <a:schemeClr val="dk2"/>
                </a:solidFill>
                <a:latin typeface="Garamond"/>
                <a:ea typeface="Garamond"/>
                <a:cs typeface="Garamond"/>
                <a:sym typeface="Garamond"/>
              </a:rPr>
              <a:t>Research: Proposal </a:t>
            </a:r>
            <a:r>
              <a:rPr lang="en-US" sz="5800" b="1" i="0" u="none">
                <a:solidFill>
                  <a:schemeClr val="dk2"/>
                </a:solidFill>
                <a:latin typeface="Garamond"/>
                <a:ea typeface="Garamond"/>
                <a:cs typeface="Garamond"/>
                <a:sym typeface="Garamond"/>
              </a:rPr>
              <a:t/>
            </a:r>
            <a:br>
              <a:rPr lang="en-US" sz="5800" b="1" i="0" u="none">
                <a:solidFill>
                  <a:schemeClr val="dk2"/>
                </a:solidFill>
                <a:latin typeface="Garamond"/>
                <a:ea typeface="Garamond"/>
                <a:cs typeface="Garamond"/>
                <a:sym typeface="Garamond"/>
              </a:rPr>
            </a:br>
            <a:endParaRPr/>
          </a:p>
        </p:txBody>
      </p:sp>
      <p:sp>
        <p:nvSpPr>
          <p:cNvPr id="103" name="Google Shape;103;p1"/>
          <p:cNvSpPr txBox="1">
            <a:spLocks noGrp="1"/>
          </p:cNvSpPr>
          <p:nvPr>
            <p:ph type="subTitle" idx="1"/>
          </p:nvPr>
        </p:nvSpPr>
        <p:spPr>
          <a:xfrm>
            <a:off x="1371600" y="3270250"/>
            <a:ext cx="6400800" cy="22098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800"/>
              <a:buNone/>
            </a:pPr>
            <a:r>
              <a:rPr lang="en-US" sz="2400" b="1" i="0" u="none">
                <a:solidFill>
                  <a:schemeClr val="dk1"/>
                </a:solidFill>
                <a:latin typeface="Garamond"/>
                <a:ea typeface="Garamond"/>
                <a:cs typeface="Garamond"/>
                <a:sym typeface="Garamond"/>
              </a:rPr>
              <a:t>How to write a good research proposal</a:t>
            </a:r>
            <a:endParaRPr/>
          </a:p>
          <a:p>
            <a:pPr marL="0" lvl="0" indent="0" algn="ctr" rtl="0">
              <a:lnSpc>
                <a:spcPct val="100000"/>
              </a:lnSpc>
              <a:spcBef>
                <a:spcPts val="0"/>
              </a:spcBef>
              <a:spcAft>
                <a:spcPts val="0"/>
              </a:spcAft>
              <a:buSzPts val="1800"/>
              <a:buNone/>
            </a:pPr>
            <a:endParaRPr sz="2400" b="1" i="0" u="none">
              <a:solidFill>
                <a:schemeClr val="dk1"/>
              </a:solidFill>
              <a:latin typeface="Garamond"/>
              <a:ea typeface="Garamond"/>
              <a:cs typeface="Garamond"/>
              <a:sym typeface="Garamond"/>
            </a:endParaRPr>
          </a:p>
          <a:p>
            <a:pPr marL="0" lvl="0" indent="0" algn="ctr" rtl="0">
              <a:lnSpc>
                <a:spcPct val="100000"/>
              </a:lnSpc>
              <a:spcBef>
                <a:spcPts val="0"/>
              </a:spcBef>
              <a:spcAft>
                <a:spcPts val="0"/>
              </a:spcAft>
              <a:buSzPts val="1800"/>
              <a:buNone/>
            </a:pPr>
            <a:endParaRPr sz="2400" b="0" i="0" u="none">
              <a:solidFill>
                <a:schemeClr val="dk1"/>
              </a:solidFill>
              <a:latin typeface="Garamond"/>
              <a:ea typeface="Garamond"/>
              <a:cs typeface="Garamond"/>
              <a:sym typeface="Garamond"/>
            </a:endParaRPr>
          </a:p>
          <a:p>
            <a:pPr marL="0" lvl="0" indent="0" algn="ctr" rtl="0">
              <a:lnSpc>
                <a:spcPct val="100000"/>
              </a:lnSpc>
              <a:spcBef>
                <a:spcPts val="560"/>
              </a:spcBef>
              <a:spcAft>
                <a:spcPts val="0"/>
              </a:spcAft>
              <a:buSzPts val="2100"/>
              <a:buNone/>
            </a:pPr>
            <a:endParaRPr sz="2800" b="0" i="0" u="none">
              <a:solidFill>
                <a:schemeClr val="dk1"/>
              </a:solidFill>
              <a:latin typeface="Garamond"/>
              <a:ea typeface="Garamond"/>
              <a:cs typeface="Garamond"/>
              <a:sym typeface="Garamond"/>
            </a:endParaRPr>
          </a:p>
          <a:p>
            <a:pPr marL="0" lvl="0" indent="0" algn="ctr" rtl="0">
              <a:spcBef>
                <a:spcPts val="560"/>
              </a:spcBef>
              <a:spcAft>
                <a:spcPts val="0"/>
              </a:spcAft>
              <a:buSzPts val="2100"/>
              <a:buFont typeface="Noto Sans Symbols"/>
              <a:buNone/>
            </a:pPr>
            <a:endParaRPr sz="2800" b="0" i="0" u="none">
              <a:solidFill>
                <a:schemeClr val="dk1"/>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
          <p:cNvSpPr txBox="1">
            <a:spLocks noGrp="1"/>
          </p:cNvSpPr>
          <p:nvPr>
            <p:ph type="title" idx="4294967295"/>
          </p:nvPr>
        </p:nvSpPr>
        <p:spPr>
          <a:xfrm>
            <a:off x="457200" y="277812"/>
            <a:ext cx="8229600" cy="11398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3200"/>
              <a:buFont typeface="Tahoma"/>
              <a:buNone/>
            </a:pPr>
            <a:r>
              <a:rPr lang="en-US" sz="3200" b="0" i="1" u="none" strike="noStrike" cap="none">
                <a:solidFill>
                  <a:schemeClr val="dk2"/>
                </a:solidFill>
                <a:latin typeface="Tahoma"/>
                <a:ea typeface="Tahoma"/>
                <a:cs typeface="Tahoma"/>
                <a:sym typeface="Tahoma"/>
              </a:rPr>
              <a:t/>
            </a:r>
            <a:br>
              <a:rPr lang="en-US" sz="3200" b="0" i="1" u="none" strike="noStrike" cap="none">
                <a:solidFill>
                  <a:schemeClr val="dk2"/>
                </a:solidFill>
                <a:latin typeface="Tahoma"/>
                <a:ea typeface="Tahoma"/>
                <a:cs typeface="Tahoma"/>
                <a:sym typeface="Tahoma"/>
              </a:rPr>
            </a:br>
            <a:r>
              <a:rPr lang="en-US" sz="3200" b="1" i="0" u="none" strike="noStrike" cap="none">
                <a:solidFill>
                  <a:schemeClr val="dk2"/>
                </a:solidFill>
                <a:latin typeface="Garamond"/>
                <a:ea typeface="Garamond"/>
                <a:cs typeface="Garamond"/>
                <a:sym typeface="Garamond"/>
              </a:rPr>
              <a:t>Introduction </a:t>
            </a:r>
            <a:endParaRPr/>
          </a:p>
        </p:txBody>
      </p:sp>
      <p:sp>
        <p:nvSpPr>
          <p:cNvPr id="109" name="Google Shape;109;p2"/>
          <p:cNvSpPr txBox="1">
            <a:spLocks noGrp="1"/>
          </p:cNvSpPr>
          <p:nvPr>
            <p:ph type="body" idx="4294967295"/>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lt2"/>
              </a:buClr>
              <a:buSzPts val="1500"/>
              <a:buFont typeface="Noto Sans Symbols"/>
              <a:buChar char="❑"/>
            </a:pPr>
            <a:r>
              <a:rPr lang="en-US" sz="2000" b="0" i="0" u="none" strike="noStrike" cap="none">
                <a:solidFill>
                  <a:schemeClr val="dk1"/>
                </a:solidFill>
                <a:latin typeface="Garamond"/>
                <a:ea typeface="Garamond"/>
                <a:cs typeface="Garamond"/>
                <a:sym typeface="Garamond"/>
              </a:rPr>
              <a:t> …is format and detailed statement of intent of the researcher</a:t>
            </a:r>
            <a:endParaRPr/>
          </a:p>
          <a:p>
            <a:pPr marL="342900" marR="0" lvl="0" indent="-342900" algn="l" rtl="0">
              <a:lnSpc>
                <a:spcPct val="80000"/>
              </a:lnSpc>
              <a:spcBef>
                <a:spcPts val="400"/>
              </a:spcBef>
              <a:spcAft>
                <a:spcPts val="0"/>
              </a:spcAft>
              <a:buClr>
                <a:schemeClr val="lt2"/>
              </a:buClr>
              <a:buSzPts val="1500"/>
              <a:buFont typeface="Noto Sans Symbols"/>
              <a:buChar char="❑"/>
            </a:pPr>
            <a:r>
              <a:rPr lang="en-US" sz="2000" b="0" i="0" u="none" strike="noStrike" cap="none">
                <a:solidFill>
                  <a:schemeClr val="dk1"/>
                </a:solidFill>
                <a:latin typeface="Garamond"/>
                <a:ea typeface="Garamond"/>
                <a:cs typeface="Garamond"/>
                <a:sym typeface="Garamond"/>
              </a:rPr>
              <a:t>…..presents and justifies a plan of action and shows the investigation plan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Introduction </a:t>
            </a:r>
            <a:endParaRPr/>
          </a:p>
        </p:txBody>
      </p:sp>
      <p:graphicFrame>
        <p:nvGraphicFramePr>
          <p:cNvPr id="115" name="Google Shape;115;p3"/>
          <p:cNvGraphicFramePr/>
          <p:nvPr/>
        </p:nvGraphicFramePr>
        <p:xfrm>
          <a:off x="457200" y="1600200"/>
          <a:ext cx="8229600" cy="4883780"/>
        </p:xfrm>
        <a:graphic>
          <a:graphicData uri="http://schemas.openxmlformats.org/drawingml/2006/table">
            <a:tbl>
              <a:tblPr>
                <a:noFill/>
                <a:tableStyleId>{207B1081-06A0-4FAF-9F21-E03E221D1EEF}</a:tableStyleId>
              </a:tblPr>
              <a:tblGrid>
                <a:gridCol w="2590800"/>
                <a:gridCol w="2362200"/>
                <a:gridCol w="3276600"/>
              </a:tblGrid>
              <a:tr h="371475">
                <a:tc>
                  <a:txBody>
                    <a:bodyPr/>
                    <a:lstStyle/>
                    <a:p>
                      <a:pPr marL="0" marR="0" lvl="0" indent="0" algn="l" rtl="0">
                        <a:lnSpc>
                          <a:spcPct val="100000"/>
                        </a:lnSpc>
                        <a:spcBef>
                          <a:spcPts val="0"/>
                        </a:spcBef>
                        <a:spcAft>
                          <a:spcPts val="0"/>
                        </a:spcAft>
                        <a:buClr>
                          <a:srgbClr val="FFFFFF"/>
                        </a:buClr>
                        <a:buSzPts val="1600"/>
                        <a:buFont typeface="Garamond"/>
                        <a:buNone/>
                      </a:pPr>
                      <a:r>
                        <a:rPr lang="en-US" sz="1600" b="1" i="0" u="none" strike="noStrike" cap="none">
                          <a:solidFill>
                            <a:srgbClr val="FFFFFF"/>
                          </a:solidFill>
                          <a:latin typeface="Garamond"/>
                          <a:ea typeface="Garamond"/>
                          <a:cs typeface="Garamond"/>
                          <a:sym typeface="Garamond"/>
                        </a:rPr>
                        <a:t>Question  to be asked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600"/>
                        <a:buFont typeface="Garamond"/>
                        <a:buNone/>
                      </a:pPr>
                      <a:r>
                        <a:rPr lang="en-US" sz="1600" b="1" i="0" u="none" strike="noStrike" cap="none">
                          <a:solidFill>
                            <a:srgbClr val="FFFFFF"/>
                          </a:solidFill>
                          <a:latin typeface="Garamond"/>
                          <a:ea typeface="Garamond"/>
                          <a:cs typeface="Garamond"/>
                          <a:sym typeface="Garamond"/>
                        </a:rPr>
                        <a:t>Steps to be taken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600"/>
                        <a:buFont typeface="Garamond"/>
                        <a:buNone/>
                      </a:pPr>
                      <a:r>
                        <a:rPr lang="en-US" sz="1600" b="1" i="0" u="none" strike="noStrike" cap="none">
                          <a:solidFill>
                            <a:srgbClr val="FFFFFF"/>
                          </a:solidFill>
                          <a:latin typeface="Garamond"/>
                          <a:ea typeface="Garamond"/>
                          <a:cs typeface="Garamond"/>
                          <a:sym typeface="Garamond"/>
                        </a:rPr>
                        <a:t>Elements of the step</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r>
              <a:tr h="822325">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What is the problem?</a:t>
                      </a:r>
                      <a:endParaRPr/>
                    </a:p>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Why should be studied?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Selection and statement of the problem</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Problem identification </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 Problem prioritization</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  Justification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r>
              <a:tr h="579425">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What information is already available?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Literature review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Sources</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Reviewing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r>
              <a:tr h="823900">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Why do conduct research?</a:t>
                      </a:r>
                      <a:endParaRPr/>
                    </a:p>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What is the achievement of the research?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Formulation of aim and objectives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 Aim, goals</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General and specific objectives</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 Hypothesis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r>
              <a:tr h="2286000">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How to carry out the research? </a:t>
                      </a:r>
                      <a:endParaRPr/>
                    </a:p>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How to collect data and information? </a:t>
                      </a:r>
                      <a:endParaRPr/>
                    </a:p>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Wherefrom to collect data and information?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strike="noStrike" cap="none">
                          <a:solidFill>
                            <a:srgbClr val="000000"/>
                          </a:solidFill>
                          <a:latin typeface="Garamond"/>
                          <a:ea typeface="Garamond"/>
                          <a:cs typeface="Garamond"/>
                          <a:sym typeface="Garamond"/>
                        </a:rPr>
                        <a:t>Research methodology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Variables </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 Types of the research</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 Data collection techniques</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 Sampling</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 Data analysis process, plan</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Data processing plan</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strike="noStrike" cap="none">
                          <a:solidFill>
                            <a:srgbClr val="000000"/>
                          </a:solidFill>
                          <a:latin typeface="Garamond"/>
                          <a:ea typeface="Garamond"/>
                          <a:cs typeface="Garamond"/>
                          <a:sym typeface="Garamond"/>
                        </a:rPr>
                        <a:t>Data interpretation process, plan </a:t>
                      </a:r>
                      <a:endParaRPr/>
                    </a:p>
                    <a:p>
                      <a:pPr marL="0" marR="0" lvl="0" indent="0" algn="l" rtl="0">
                        <a:lnSpc>
                          <a:spcPct val="100000"/>
                        </a:lnSpc>
                        <a:spcBef>
                          <a:spcPts val="0"/>
                        </a:spcBef>
                        <a:spcAft>
                          <a:spcPts val="0"/>
                        </a:spcAft>
                        <a:buClr>
                          <a:schemeClr val="dk1"/>
                        </a:buClr>
                        <a:buSzPts val="1600"/>
                        <a:buFont typeface="Verdana"/>
                        <a:buNone/>
                      </a:pPr>
                      <a:endParaRPr sz="1600" b="0" i="0" u="none" strike="noStrike" cap="none">
                        <a:solidFill>
                          <a:srgbClr val="000000"/>
                        </a:solidFill>
                        <a:latin typeface="Garamond"/>
                        <a:ea typeface="Garamond"/>
                        <a:cs typeface="Garamond"/>
                        <a:sym typeface="Garamond"/>
                      </a:endParaRPr>
                    </a:p>
                    <a:p>
                      <a:pPr marL="0" marR="0" lvl="0" indent="0" algn="l" rtl="0">
                        <a:spcBef>
                          <a:spcPts val="0"/>
                        </a:spcBef>
                        <a:spcAft>
                          <a:spcPts val="0"/>
                        </a:spcAft>
                        <a:buNone/>
                      </a:pPr>
                      <a:endParaRPr sz="1600" b="0" i="0" u="none">
                        <a:solidFill>
                          <a:srgbClr val="000000"/>
                        </a:solidFill>
                        <a:latin typeface="Garamond"/>
                        <a:ea typeface="Garamond"/>
                        <a:cs typeface="Garamond"/>
                        <a:sym typeface="Garamond"/>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457200" y="277812"/>
            <a:ext cx="8229600" cy="10175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Introduction </a:t>
            </a:r>
            <a:endParaRPr/>
          </a:p>
        </p:txBody>
      </p:sp>
      <p:sp>
        <p:nvSpPr>
          <p:cNvPr id="121" name="Google Shape;121;p4"/>
          <p:cNvSpPr txBox="1">
            <a:spLocks noGrp="1"/>
          </p:cNvSpPr>
          <p:nvPr>
            <p:ph type="body" idx="1"/>
          </p:nvPr>
        </p:nvSpPr>
        <p:spPr>
          <a:xfrm>
            <a:off x="457200" y="1524000"/>
            <a:ext cx="8229600" cy="5105400"/>
          </a:xfrm>
          <a:prstGeom prst="rect">
            <a:avLst/>
          </a:prstGeom>
          <a:noFill/>
          <a:ln>
            <a:noFill/>
          </a:ln>
        </p:spPr>
        <p:txBody>
          <a:bodyPr spcFirstLastPara="1" wrap="square" lIns="91425" tIns="45700" rIns="91425" bIns="45700" anchor="t" anchorCtr="0">
            <a:noAutofit/>
          </a:bodyPr>
          <a:lstStyle/>
          <a:p>
            <a:pPr marL="342900" marR="0" lvl="0" indent="-247650" algn="just" rtl="0">
              <a:lnSpc>
                <a:spcPct val="100000"/>
              </a:lnSpc>
              <a:spcBef>
                <a:spcPts val="0"/>
              </a:spcBef>
              <a:spcAft>
                <a:spcPts val="0"/>
              </a:spcAft>
              <a:buClr>
                <a:schemeClr val="lt2"/>
              </a:buClr>
              <a:buSzPts val="1500"/>
              <a:buFont typeface="Noto Sans Symbols"/>
              <a:buNone/>
            </a:pPr>
            <a:endParaRPr sz="2000" b="0" i="0" u="none" strike="noStrike" cap="none">
              <a:solidFill>
                <a:schemeClr val="dk1"/>
              </a:solidFill>
              <a:latin typeface="Verdana"/>
              <a:ea typeface="Verdana"/>
              <a:cs typeface="Verdana"/>
              <a:sym typeface="Verdana"/>
            </a:endParaRPr>
          </a:p>
          <a:p>
            <a:pPr marL="342900" marR="0" lvl="0" indent="-247650" algn="l" rtl="0">
              <a:lnSpc>
                <a:spcPct val="100000"/>
              </a:lnSpc>
              <a:spcBef>
                <a:spcPts val="400"/>
              </a:spcBef>
              <a:spcAft>
                <a:spcPts val="0"/>
              </a:spcAft>
              <a:buClr>
                <a:schemeClr val="lt2"/>
              </a:buClr>
              <a:buSzPts val="1500"/>
              <a:buFont typeface="Noto Sans Symbols"/>
              <a:buNone/>
            </a:pPr>
            <a:endParaRPr sz="2000" b="0" i="0" u="none" strike="noStrike" cap="none">
              <a:solidFill>
                <a:schemeClr val="dk1"/>
              </a:solidFill>
              <a:latin typeface="Garamond"/>
              <a:ea typeface="Garamond"/>
              <a:cs typeface="Garamond"/>
              <a:sym typeface="Garamond"/>
            </a:endParaRPr>
          </a:p>
          <a:p>
            <a:pPr marL="342900" marR="0" lvl="0" indent="-247650" algn="l" rtl="0">
              <a:lnSpc>
                <a:spcPct val="100000"/>
              </a:lnSpc>
              <a:spcBef>
                <a:spcPts val="400"/>
              </a:spcBef>
              <a:spcAft>
                <a:spcPts val="0"/>
              </a:spcAft>
              <a:buClr>
                <a:schemeClr val="lt2"/>
              </a:buClr>
              <a:buSzPts val="1500"/>
              <a:buFont typeface="Noto Sans Symbols"/>
              <a:buNone/>
            </a:pPr>
            <a:endParaRPr sz="2000" b="0" i="0" u="none" strike="noStrike" cap="none">
              <a:solidFill>
                <a:schemeClr val="dk1"/>
              </a:solidFill>
              <a:latin typeface="Garamond"/>
              <a:ea typeface="Garamond"/>
              <a:cs typeface="Garamond"/>
              <a:sym typeface="Garamond"/>
            </a:endParaRPr>
          </a:p>
          <a:p>
            <a:pPr marL="342900" marR="0" lvl="0" indent="-247650" algn="l" rtl="0">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p:txBody>
      </p:sp>
      <p:graphicFrame>
        <p:nvGraphicFramePr>
          <p:cNvPr id="122" name="Google Shape;122;p4"/>
          <p:cNvGraphicFramePr/>
          <p:nvPr/>
        </p:nvGraphicFramePr>
        <p:xfrm>
          <a:off x="762000" y="1600200"/>
          <a:ext cx="7772375" cy="4097980"/>
        </p:xfrm>
        <a:graphic>
          <a:graphicData uri="http://schemas.openxmlformats.org/drawingml/2006/table">
            <a:tbl>
              <a:tblPr>
                <a:noFill/>
                <a:tableStyleId>{207B1081-06A0-4FAF-9F21-E03E221D1EEF}</a:tableStyleId>
              </a:tblPr>
              <a:tblGrid>
                <a:gridCol w="2792400"/>
                <a:gridCol w="2187575"/>
                <a:gridCol w="2792400"/>
              </a:tblGrid>
              <a:tr h="692150">
                <a:tc>
                  <a:txBody>
                    <a:bodyPr/>
                    <a:lstStyle/>
                    <a:p>
                      <a:pPr marL="0" marR="0" lvl="0" indent="0" algn="l" rtl="0">
                        <a:lnSpc>
                          <a:spcPct val="100000"/>
                        </a:lnSpc>
                        <a:spcBef>
                          <a:spcPts val="0"/>
                        </a:spcBef>
                        <a:spcAft>
                          <a:spcPts val="0"/>
                        </a:spcAft>
                        <a:buClr>
                          <a:srgbClr val="FFFFFF"/>
                        </a:buClr>
                        <a:buSzPts val="1600"/>
                        <a:buFont typeface="Garamond"/>
                        <a:buNone/>
                      </a:pPr>
                      <a:r>
                        <a:rPr lang="en-US" sz="1600" b="1" i="0" u="none">
                          <a:solidFill>
                            <a:srgbClr val="FFFFFF"/>
                          </a:solidFill>
                          <a:latin typeface="Garamond"/>
                          <a:ea typeface="Garamond"/>
                          <a:cs typeface="Garamond"/>
                          <a:sym typeface="Garamond"/>
                        </a:rPr>
                        <a:t>Question  to be asked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600"/>
                        <a:buFont typeface="Garamond"/>
                        <a:buNone/>
                      </a:pPr>
                      <a:r>
                        <a:rPr lang="en-US" sz="1600" b="1" i="0" u="none">
                          <a:solidFill>
                            <a:srgbClr val="FFFFFF"/>
                          </a:solidFill>
                          <a:latin typeface="Garamond"/>
                          <a:ea typeface="Garamond"/>
                          <a:cs typeface="Garamond"/>
                          <a:sym typeface="Garamond"/>
                        </a:rPr>
                        <a:t>Steps to be taken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600"/>
                        <a:buFont typeface="Garamond"/>
                        <a:buNone/>
                      </a:pPr>
                      <a:r>
                        <a:rPr lang="en-US" sz="1600" b="1" i="0" u="none">
                          <a:solidFill>
                            <a:srgbClr val="FFFFFF"/>
                          </a:solidFill>
                          <a:latin typeface="Garamond"/>
                          <a:ea typeface="Garamond"/>
                          <a:cs typeface="Garamond"/>
                          <a:sym typeface="Garamond"/>
                        </a:rPr>
                        <a:t>Elements of the step</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r>
              <a:tr h="692150">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Who will collect and when?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Work plan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101600" algn="l" rtl="0">
                        <a:lnSpc>
                          <a:spcPct val="100000"/>
                        </a:lnSpc>
                        <a:spcBef>
                          <a:spcPts val="0"/>
                        </a:spcBef>
                        <a:spcAft>
                          <a:spcPts val="0"/>
                        </a:spcAft>
                        <a:buClr>
                          <a:srgbClr val="000000"/>
                        </a:buClr>
                        <a:buSzPts val="1600"/>
                        <a:buFont typeface="Garamond"/>
                        <a:buChar char="-"/>
                      </a:pPr>
                      <a:r>
                        <a:rPr lang="en-US" sz="1600" b="0" i="0" u="none">
                          <a:solidFill>
                            <a:srgbClr val="000000"/>
                          </a:solidFill>
                          <a:latin typeface="Garamond"/>
                          <a:ea typeface="Garamond"/>
                          <a:cs typeface="Garamond"/>
                          <a:sym typeface="Garamond"/>
                        </a:rPr>
                        <a:t>Personnel, manpower</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a:solidFill>
                            <a:srgbClr val="000000"/>
                          </a:solidFill>
                          <a:latin typeface="Garamond"/>
                          <a:ea typeface="Garamond"/>
                          <a:cs typeface="Garamond"/>
                          <a:sym typeface="Garamond"/>
                        </a:rPr>
                        <a:t> Timetable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r>
              <a:tr h="822325">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How will be monitored? </a:t>
                      </a:r>
                      <a:endParaRPr/>
                    </a:p>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How the research findings will be used?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Research administration plan</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-Administration</a:t>
                      </a:r>
                      <a:endParaRPr/>
                    </a:p>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 - Monitoring </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a:solidFill>
                            <a:srgbClr val="000000"/>
                          </a:solidFill>
                          <a:latin typeface="Garamond"/>
                          <a:ea typeface="Garamond"/>
                          <a:cs typeface="Garamond"/>
                          <a:sym typeface="Garamond"/>
                        </a:rPr>
                        <a:t>Identification of potential users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r>
              <a:tr h="823900">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What and how much resources are needed?</a:t>
                      </a:r>
                      <a:endParaRPr/>
                    </a:p>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Who will provide the resources ?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Budget</a:t>
                      </a:r>
                      <a:endParaRPr/>
                    </a:p>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Funding Organizations</a:t>
                      </a:r>
                      <a:endParaRPr/>
                    </a:p>
                    <a:p>
                      <a:pPr marL="0" marR="0" lvl="0" indent="0" algn="l" rtl="0">
                        <a:spcBef>
                          <a:spcPts val="0"/>
                        </a:spcBef>
                        <a:spcAft>
                          <a:spcPts val="0"/>
                        </a:spcAft>
                        <a:buNone/>
                      </a:pPr>
                      <a:endParaRPr sz="1600" b="0" i="0" u="none">
                        <a:solidFill>
                          <a:srgbClr val="000000"/>
                        </a:solidFill>
                        <a:latin typeface="Garamond"/>
                        <a:ea typeface="Garamond"/>
                        <a:cs typeface="Garamond"/>
                        <a:sym typeface="Garamond"/>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101600" algn="l" rtl="0">
                        <a:lnSpc>
                          <a:spcPct val="100000"/>
                        </a:lnSpc>
                        <a:spcBef>
                          <a:spcPts val="0"/>
                        </a:spcBef>
                        <a:spcAft>
                          <a:spcPts val="0"/>
                        </a:spcAft>
                        <a:buClr>
                          <a:srgbClr val="000000"/>
                        </a:buClr>
                        <a:buSzPts val="1600"/>
                        <a:buFont typeface="Garamond"/>
                        <a:buChar char="-"/>
                      </a:pPr>
                      <a:r>
                        <a:rPr lang="en-US" sz="1600" b="0" i="0" u="none">
                          <a:solidFill>
                            <a:srgbClr val="000000"/>
                          </a:solidFill>
                          <a:latin typeface="Garamond"/>
                          <a:ea typeface="Garamond"/>
                          <a:cs typeface="Garamond"/>
                          <a:sym typeface="Garamond"/>
                        </a:rPr>
                        <a:t>3 Ms: Man, materials, money</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a:solidFill>
                            <a:srgbClr val="000000"/>
                          </a:solidFill>
                          <a:latin typeface="Garamond"/>
                          <a:ea typeface="Garamond"/>
                          <a:cs typeface="Garamond"/>
                          <a:sym typeface="Garamond"/>
                        </a:rPr>
                        <a:t> Fund collection, fund raising</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r>
              <a:tr h="1066800">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Who will submit?</a:t>
                      </a:r>
                      <a:endParaRPr/>
                    </a:p>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How to submit? </a:t>
                      </a:r>
                      <a:endParaRPr/>
                    </a:p>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Where to submit?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Proposal preparation</a:t>
                      </a:r>
                      <a:endParaRPr/>
                    </a:p>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Proposal presentation</a:t>
                      </a:r>
                      <a:endParaRPr/>
                    </a:p>
                    <a:p>
                      <a:pPr marL="0" marR="0" lvl="0" indent="0" algn="l"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Appropriate authority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101600" algn="l" rtl="0">
                        <a:lnSpc>
                          <a:spcPct val="100000"/>
                        </a:lnSpc>
                        <a:spcBef>
                          <a:spcPts val="0"/>
                        </a:spcBef>
                        <a:spcAft>
                          <a:spcPts val="0"/>
                        </a:spcAft>
                        <a:buClr>
                          <a:srgbClr val="000000"/>
                        </a:buClr>
                        <a:buSzPts val="1600"/>
                        <a:buFont typeface="Garamond"/>
                        <a:buChar char="-"/>
                      </a:pPr>
                      <a:r>
                        <a:rPr lang="en-US" sz="1600" b="0" i="0" u="none">
                          <a:solidFill>
                            <a:srgbClr val="000000"/>
                          </a:solidFill>
                          <a:latin typeface="Garamond"/>
                          <a:ea typeface="Garamond"/>
                          <a:cs typeface="Garamond"/>
                          <a:sym typeface="Garamond"/>
                        </a:rPr>
                        <a:t>Researcher</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a:solidFill>
                            <a:srgbClr val="000000"/>
                          </a:solidFill>
                          <a:latin typeface="Garamond"/>
                          <a:ea typeface="Garamond"/>
                          <a:cs typeface="Garamond"/>
                          <a:sym typeface="Garamond"/>
                        </a:rPr>
                        <a:t> Proposal</a:t>
                      </a:r>
                      <a:endParaRPr/>
                    </a:p>
                    <a:p>
                      <a:pPr marL="0" marR="0" lvl="0" indent="-101600" algn="l" rtl="0">
                        <a:lnSpc>
                          <a:spcPct val="100000"/>
                        </a:lnSpc>
                        <a:spcBef>
                          <a:spcPts val="0"/>
                        </a:spcBef>
                        <a:spcAft>
                          <a:spcPts val="0"/>
                        </a:spcAft>
                        <a:buClr>
                          <a:srgbClr val="000000"/>
                        </a:buClr>
                        <a:buSzPts val="1600"/>
                        <a:buFont typeface="Garamond"/>
                        <a:buChar char="-"/>
                      </a:pPr>
                      <a:r>
                        <a:rPr lang="en-US" sz="1600" b="0" i="0" u="none">
                          <a:solidFill>
                            <a:srgbClr val="000000"/>
                          </a:solidFill>
                          <a:latin typeface="Garamond"/>
                          <a:ea typeface="Garamond"/>
                          <a:cs typeface="Garamond"/>
                          <a:sym typeface="Garamond"/>
                        </a:rPr>
                        <a:t> Presentation techniques</a:t>
                      </a:r>
                      <a:endParaRPr/>
                    </a:p>
                    <a:p>
                      <a:pPr marL="0" marR="0" lvl="0" indent="0" algn="l" rtl="0">
                        <a:spcBef>
                          <a:spcPts val="0"/>
                        </a:spcBef>
                        <a:spcAft>
                          <a:spcPts val="0"/>
                        </a:spcAft>
                        <a:buNone/>
                      </a:pPr>
                      <a:endParaRPr sz="1600" b="0" i="0" u="none">
                        <a:solidFill>
                          <a:srgbClr val="000000"/>
                        </a:solidFill>
                        <a:latin typeface="Garamond"/>
                        <a:ea typeface="Garamond"/>
                        <a:cs typeface="Garamond"/>
                        <a:sym typeface="Garamond"/>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txBox="1">
            <a:spLocks noGrp="1"/>
          </p:cNvSpPr>
          <p:nvPr>
            <p:ph type="title"/>
          </p:nvPr>
        </p:nvSpPr>
        <p:spPr>
          <a:xfrm>
            <a:off x="3810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What is</a:t>
            </a:r>
            <a:r>
              <a:rPr lang="en-US" sz="4400" b="1" i="0" u="none">
                <a:solidFill>
                  <a:schemeClr val="dk2"/>
                </a:solidFill>
                <a:latin typeface="Garamond"/>
                <a:ea typeface="Garamond"/>
                <a:cs typeface="Garamond"/>
                <a:sym typeface="Garamond"/>
              </a:rPr>
              <a:t> a research proposal?  </a:t>
            </a:r>
            <a:endParaRPr/>
          </a:p>
        </p:txBody>
      </p:sp>
      <p:sp>
        <p:nvSpPr>
          <p:cNvPr id="128" name="Google Shape;128;p5"/>
          <p:cNvSpPr txBox="1">
            <a:spLocks noGrp="1"/>
          </p:cNvSpPr>
          <p:nvPr>
            <p:ph type="body" idx="1"/>
          </p:nvPr>
        </p:nvSpPr>
        <p:spPr>
          <a:xfrm>
            <a:off x="457200" y="1600200"/>
            <a:ext cx="8229600" cy="5068887"/>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 Various terminologies are used to mean a research proposal depending on why the research is carried out?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Research outline</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Synopsis of research</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Plan of research</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Research/project proposal</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Thesis plan</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Etc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 ..a blue print of future activities of a research project</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…..some sort of preconceived framework for starting the activities</a:t>
            </a:r>
            <a:endParaRPr/>
          </a:p>
          <a:p>
            <a:pPr marL="342900" marR="0" lvl="0" indent="-247650" algn="l" rtl="0">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What is a research proposal? </a:t>
            </a:r>
            <a:endParaRPr/>
          </a:p>
        </p:txBody>
      </p:sp>
      <p:sp>
        <p:nvSpPr>
          <p:cNvPr id="134" name="Google Shape;134;p6"/>
          <p:cNvSpPr txBox="1">
            <a:spLocks noGrp="1"/>
          </p:cNvSpPr>
          <p:nvPr>
            <p:ph type="body" idx="1"/>
          </p:nvPr>
        </p:nvSpPr>
        <p:spPr>
          <a:xfrm>
            <a:off x="457200" y="1600200"/>
            <a:ext cx="8229600" cy="49530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Verdana"/>
                <a:ea typeface="Verdana"/>
                <a:cs typeface="Verdana"/>
                <a:sym typeface="Verdana"/>
              </a:rPr>
              <a:t>….</a:t>
            </a:r>
            <a:r>
              <a:rPr lang="en-US" sz="2000" b="0" i="0" u="none">
                <a:solidFill>
                  <a:schemeClr val="dk1"/>
                </a:solidFill>
                <a:latin typeface="Garamond"/>
                <a:ea typeface="Garamond"/>
                <a:cs typeface="Garamond"/>
                <a:sym typeface="Garamond"/>
              </a:rPr>
              <a:t>.deals with ideas of researcher about </a:t>
            </a:r>
            <a:endParaRPr/>
          </a:p>
          <a:p>
            <a:pPr marL="342900" marR="0" lvl="0" indent="-342900" algn="just" rtl="0">
              <a:lnSpc>
                <a:spcPct val="100000"/>
              </a:lnSpc>
              <a:spcBef>
                <a:spcPts val="40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what research he/she wants to do</a:t>
            </a:r>
            <a:endParaRPr/>
          </a:p>
          <a:p>
            <a:pPr marL="342900" marR="0" lvl="0" indent="-342900" algn="just" rtl="0">
              <a:lnSpc>
                <a:spcPct val="100000"/>
              </a:lnSpc>
              <a:spcBef>
                <a:spcPts val="40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what objectives and methodology he/she has set</a:t>
            </a:r>
            <a:endParaRPr/>
          </a:p>
          <a:p>
            <a:pPr marL="342900" marR="0" lvl="0" indent="-342900" algn="just" rtl="0">
              <a:lnSpc>
                <a:spcPct val="100000"/>
              </a:lnSpc>
              <a:spcBef>
                <a:spcPts val="40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how much time and resources are required to complete it</a:t>
            </a:r>
            <a:endParaRPr/>
          </a:p>
          <a:p>
            <a:pPr marL="342900" marR="0" lvl="0" indent="-342900" algn="just" rtl="0">
              <a:lnSpc>
                <a:spcPct val="100000"/>
              </a:lnSpc>
              <a:spcBef>
                <a:spcPts val="40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how the research finding are to be reported</a:t>
            </a:r>
            <a:endParaRPr/>
          </a:p>
          <a:p>
            <a:pPr marL="342900" marR="0" lvl="0" indent="-342900" algn="just" rtl="0">
              <a:lnSpc>
                <a:spcPct val="100000"/>
              </a:lnSpc>
              <a:spcBef>
                <a:spcPts val="40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and so on. </a:t>
            </a:r>
            <a:endParaRPr/>
          </a:p>
          <a:p>
            <a:pPr marL="342900" marR="0" lvl="0" indent="-342900" algn="just" rtl="0">
              <a:lnSpc>
                <a:spcPct val="100000"/>
              </a:lnSpc>
              <a:spcBef>
                <a:spcPts val="40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..is an individual’s or a research institute's formal offer to produce a product or render service to a  client  in response to a request from the client</a:t>
            </a:r>
            <a:endParaRPr/>
          </a:p>
          <a:p>
            <a:pPr marL="342900" marR="0" lvl="0" indent="-342900" algn="just" rtl="0">
              <a:lnSpc>
                <a:spcPct val="100000"/>
              </a:lnSpc>
              <a:spcBef>
                <a:spcPts val="40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In short, he/she is proposing a work frame for completing the research</a:t>
            </a:r>
            <a:endParaRPr/>
          </a:p>
          <a:p>
            <a:pPr marL="342900" marR="0" lvl="0" indent="-247650" algn="just" rtl="0">
              <a:lnSpc>
                <a:spcPct val="100000"/>
              </a:lnSpc>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a:p>
            <a:pPr marL="342900" marR="0" lvl="0" indent="-247650" algn="l" rtl="0">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457200" y="228600"/>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40" name="Google Shape;140;p7"/>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marR="0" lvl="0" indent="95250" algn="just" rtl="0">
              <a:lnSpc>
                <a:spcPct val="100000"/>
              </a:lnSpc>
              <a:spcBef>
                <a:spcPts val="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A research proposal is intended to convince others that you have a worthwhile research project</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You have the competence and the work-plan to complete it.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Generally, a research proposal should contain all the key elements involved in    the research process.</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Include sufficient information for the readers to evaluate the proposed study.</a:t>
            </a:r>
            <a:endParaRPr/>
          </a:p>
          <a:p>
            <a:pPr marL="0" marR="0" lvl="0" indent="0" algn="just" rtl="0">
              <a:lnSpc>
                <a:spcPct val="100000"/>
              </a:lnSpc>
              <a:spcBef>
                <a:spcPts val="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Regardless of your research area and the methodology you choose, all research proposals must address the following questions: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What you plan to accomplish</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why you want to do it and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how you are going to do it. </a:t>
            </a:r>
            <a:endParaRPr/>
          </a:p>
          <a:p>
            <a:pPr marL="342900" marR="0" lvl="0" indent="-247650" algn="l" rtl="0">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a:spLocks noGrp="1"/>
          </p:cNvSpPr>
          <p:nvPr>
            <p:ph type="title"/>
          </p:nvPr>
        </p:nvSpPr>
        <p:spPr>
          <a:xfrm>
            <a:off x="533400" y="277812"/>
            <a:ext cx="8229600" cy="5222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46" name="Google Shape;146;p8"/>
          <p:cNvSpPr txBox="1">
            <a:spLocks noGrp="1"/>
          </p:cNvSpPr>
          <p:nvPr>
            <p:ph type="body" idx="1"/>
          </p:nvPr>
        </p:nvSpPr>
        <p:spPr>
          <a:xfrm>
            <a:off x="533400" y="1628775"/>
            <a:ext cx="8229600" cy="504031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The proposal should have sufficient information to convince your readers that you have an </a:t>
            </a:r>
            <a:r>
              <a:rPr lang="en-US" sz="2000" b="1" i="0" u="none">
                <a:solidFill>
                  <a:schemeClr val="dk1"/>
                </a:solidFill>
                <a:latin typeface="Garamond"/>
                <a:ea typeface="Garamond"/>
                <a:cs typeface="Garamond"/>
                <a:sym typeface="Garamond"/>
              </a:rPr>
              <a:t>important</a:t>
            </a:r>
            <a:r>
              <a:rPr lang="en-US" sz="2000" b="0" i="0" u="none">
                <a:solidFill>
                  <a:schemeClr val="dk1"/>
                </a:solidFill>
                <a:latin typeface="Garamond"/>
                <a:ea typeface="Garamond"/>
                <a:cs typeface="Garamond"/>
                <a:sym typeface="Garamond"/>
              </a:rPr>
              <a:t> </a:t>
            </a:r>
            <a:r>
              <a:rPr lang="en-US" sz="2000" b="1" i="0" u="none">
                <a:solidFill>
                  <a:schemeClr val="dk1"/>
                </a:solidFill>
                <a:latin typeface="Garamond"/>
                <a:ea typeface="Garamond"/>
                <a:cs typeface="Garamond"/>
                <a:sym typeface="Garamond"/>
              </a:rPr>
              <a:t>research idea</a:t>
            </a:r>
            <a:r>
              <a:rPr lang="en-US" sz="2000" b="0" i="0" u="none">
                <a:solidFill>
                  <a:schemeClr val="dk1"/>
                </a:solidFill>
                <a:latin typeface="Garamond"/>
                <a:ea typeface="Garamond"/>
                <a:cs typeface="Garamond"/>
                <a:sym typeface="Garamond"/>
              </a:rPr>
              <a:t>, that you have a </a:t>
            </a:r>
            <a:r>
              <a:rPr lang="en-US" sz="2000" b="1" i="0" u="none">
                <a:solidFill>
                  <a:schemeClr val="dk1"/>
                </a:solidFill>
                <a:latin typeface="Garamond"/>
                <a:ea typeface="Garamond"/>
                <a:cs typeface="Garamond"/>
                <a:sym typeface="Garamond"/>
              </a:rPr>
              <a:t>good grasp of the relevant literature</a:t>
            </a:r>
            <a:r>
              <a:rPr lang="en-US" sz="2000" b="0" i="0" u="none">
                <a:solidFill>
                  <a:schemeClr val="dk1"/>
                </a:solidFill>
                <a:latin typeface="Garamond"/>
                <a:ea typeface="Garamond"/>
                <a:cs typeface="Garamond"/>
                <a:sym typeface="Garamond"/>
              </a:rPr>
              <a:t> and the </a:t>
            </a:r>
            <a:r>
              <a:rPr lang="en-US" sz="2000" b="1" i="0" u="none">
                <a:solidFill>
                  <a:schemeClr val="dk1"/>
                </a:solidFill>
                <a:latin typeface="Garamond"/>
                <a:ea typeface="Garamond"/>
                <a:cs typeface="Garamond"/>
                <a:sym typeface="Garamond"/>
              </a:rPr>
              <a:t>major issues</a:t>
            </a:r>
            <a:r>
              <a:rPr lang="en-US" sz="2000" b="0" i="0" u="none">
                <a:solidFill>
                  <a:schemeClr val="dk1"/>
                </a:solidFill>
                <a:latin typeface="Garamond"/>
                <a:ea typeface="Garamond"/>
                <a:cs typeface="Garamond"/>
                <a:sym typeface="Garamond"/>
              </a:rPr>
              <a:t>, and that your </a:t>
            </a:r>
            <a:r>
              <a:rPr lang="en-US" sz="2000" b="1" i="0" u="none">
                <a:solidFill>
                  <a:schemeClr val="dk1"/>
                </a:solidFill>
                <a:latin typeface="Garamond"/>
                <a:ea typeface="Garamond"/>
                <a:cs typeface="Garamond"/>
                <a:sym typeface="Garamond"/>
              </a:rPr>
              <a:t>methodology</a:t>
            </a:r>
            <a:r>
              <a:rPr lang="en-US" sz="2000" b="0" i="0" u="none">
                <a:solidFill>
                  <a:schemeClr val="dk1"/>
                </a:solidFill>
                <a:latin typeface="Garamond"/>
                <a:ea typeface="Garamond"/>
                <a:cs typeface="Garamond"/>
                <a:sym typeface="Garamond"/>
              </a:rPr>
              <a:t> is sound. </a:t>
            </a:r>
            <a:endParaRPr/>
          </a:p>
          <a:p>
            <a:pPr marL="0" marR="0" lvl="0" indent="0" algn="l" rtl="0">
              <a:lnSpc>
                <a:spcPct val="100000"/>
              </a:lnSpc>
              <a:spcBef>
                <a:spcPts val="0"/>
              </a:spcBef>
              <a:spcAft>
                <a:spcPts val="0"/>
              </a:spcAft>
              <a:buClr>
                <a:schemeClr val="lt2"/>
              </a:buClr>
              <a:buSzPts val="1500"/>
              <a:buFont typeface="Noto Sans Symbols"/>
              <a:buNone/>
            </a:pPr>
            <a:endParaRPr sz="2000" b="1"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500"/>
              <a:buFont typeface="Noto Sans Symbols"/>
              <a:buNone/>
            </a:pPr>
            <a:r>
              <a:rPr lang="en-US" sz="2000" b="1" i="0" u="none">
                <a:solidFill>
                  <a:schemeClr val="dk1"/>
                </a:solidFill>
                <a:latin typeface="Garamond"/>
                <a:ea typeface="Garamond"/>
                <a:cs typeface="Garamond"/>
                <a:sym typeface="Garamond"/>
              </a:rPr>
              <a:t>Title</a:t>
            </a:r>
            <a:endParaRPr sz="2000" b="0" i="0" u="none">
              <a:solidFill>
                <a:schemeClr val="dk1"/>
              </a:solidFill>
              <a:latin typeface="Garamond"/>
              <a:ea typeface="Garamond"/>
              <a:cs typeface="Garamond"/>
              <a:sym typeface="Garamond"/>
            </a:endParaRPr>
          </a:p>
          <a:p>
            <a:pPr marL="0" marR="0" lvl="0" indent="0" algn="just" rtl="0">
              <a:lnSpc>
                <a:spcPct val="100000"/>
              </a:lnSpc>
              <a:spcBef>
                <a:spcPts val="0"/>
              </a:spcBef>
              <a:spcAft>
                <a:spcPts val="0"/>
              </a:spcAft>
              <a:buClr>
                <a:schemeClr val="lt2"/>
              </a:buClr>
              <a:buSzPts val="1500"/>
              <a:buFont typeface="Noto Sans Symbols"/>
              <a:buNone/>
            </a:pPr>
            <a:r>
              <a:rPr lang="en-US" sz="2000" b="0" i="0" u="none">
                <a:solidFill>
                  <a:schemeClr val="dk1"/>
                </a:solidFill>
                <a:latin typeface="Garamond"/>
                <a:ea typeface="Garamond"/>
                <a:cs typeface="Garamond"/>
                <a:sym typeface="Garamond"/>
              </a:rPr>
              <a:t>It should be concise and descriptive. </a:t>
            </a:r>
            <a:endParaRPr/>
          </a:p>
          <a:p>
            <a:pPr marL="0" marR="0" lvl="0" indent="0" algn="just" rtl="0">
              <a:lnSpc>
                <a:spcPct val="100000"/>
              </a:lnSpc>
              <a:spcBef>
                <a:spcPts val="0"/>
              </a:spcBef>
              <a:spcAft>
                <a:spcPts val="0"/>
              </a:spcAft>
              <a:buClr>
                <a:schemeClr val="lt2"/>
              </a:buClr>
              <a:buSzPts val="1500"/>
              <a:buFont typeface="Noto Sans Symbols"/>
              <a:buNone/>
            </a:pPr>
            <a:r>
              <a:rPr lang="en-US" sz="2000" b="0" i="0" u="none">
                <a:solidFill>
                  <a:schemeClr val="dk1"/>
                </a:solidFill>
                <a:latin typeface="Garamond"/>
                <a:ea typeface="Garamond"/>
                <a:cs typeface="Garamond"/>
                <a:sym typeface="Garamond"/>
              </a:rPr>
              <a:t>titles are stated in terms of a functional relationship, because such titles clearly indicate the independent and dependent variables. </a:t>
            </a:r>
            <a:endParaRPr/>
          </a:p>
          <a:p>
            <a:pPr marL="0" marR="0" lvl="0" indent="0" algn="just" rtl="0">
              <a:lnSpc>
                <a:spcPct val="100000"/>
              </a:lnSpc>
              <a:spcBef>
                <a:spcPts val="0"/>
              </a:spcBef>
              <a:spcAft>
                <a:spcPts val="0"/>
              </a:spcAft>
              <a:buClr>
                <a:schemeClr val="lt2"/>
              </a:buClr>
              <a:buSzPts val="1500"/>
              <a:buFont typeface="Noto Sans Symbols"/>
              <a:buNone/>
            </a:pPr>
            <a:r>
              <a:rPr lang="en-US" sz="2000" b="0" i="0" u="none">
                <a:solidFill>
                  <a:schemeClr val="dk1"/>
                </a:solidFill>
                <a:latin typeface="Garamond"/>
                <a:ea typeface="Garamond"/>
                <a:cs typeface="Garamond"/>
                <a:sym typeface="Garamond"/>
              </a:rPr>
              <a:t>However, if possible, think of an informative but catchy title. </a:t>
            </a:r>
            <a:endParaRPr/>
          </a:p>
          <a:p>
            <a:pPr marL="0" marR="0" lvl="0" indent="0" algn="just" rtl="0">
              <a:lnSpc>
                <a:spcPct val="100000"/>
              </a:lnSpc>
              <a:spcBef>
                <a:spcPts val="0"/>
              </a:spcBef>
              <a:spcAft>
                <a:spcPts val="0"/>
              </a:spcAft>
              <a:buClr>
                <a:schemeClr val="lt2"/>
              </a:buClr>
              <a:buSzPts val="1500"/>
              <a:buFont typeface="Noto Sans Symbols"/>
              <a:buNone/>
            </a:pPr>
            <a:r>
              <a:rPr lang="en-US" sz="2000" b="0" i="0" u="none">
                <a:solidFill>
                  <a:schemeClr val="dk1"/>
                </a:solidFill>
                <a:latin typeface="Garamond"/>
                <a:ea typeface="Garamond"/>
                <a:cs typeface="Garamond"/>
                <a:sym typeface="Garamond"/>
              </a:rPr>
              <a:t>An effective title not only pricks the reader's interest, but also predisposes him/her favourably towards the proposal. </a:t>
            </a:r>
            <a:endParaRPr/>
          </a:p>
          <a:p>
            <a:pPr marL="0" marR="0" lvl="0" indent="95250" algn="just" rtl="0">
              <a:lnSpc>
                <a:spcPct val="100000"/>
              </a:lnSpc>
              <a:spcBef>
                <a:spcPts val="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a:p>
            <a:pPr marL="0" marR="0" lvl="0" indent="0" algn="just" rtl="0">
              <a:lnSpc>
                <a:spcPct val="100000"/>
              </a:lnSpc>
              <a:spcBef>
                <a:spcPts val="0"/>
              </a:spcBef>
              <a:spcAft>
                <a:spcPts val="0"/>
              </a:spcAft>
              <a:buClr>
                <a:schemeClr val="lt2"/>
              </a:buClr>
              <a:buSzPts val="1500"/>
              <a:buFont typeface="Noto Sans Symbols"/>
              <a:buNone/>
            </a:pPr>
            <a:r>
              <a:rPr lang="en-US" sz="2000" b="1" i="0" u="none">
                <a:solidFill>
                  <a:schemeClr val="dk1"/>
                </a:solidFill>
                <a:latin typeface="Garamond"/>
                <a:ea typeface="Garamond"/>
                <a:cs typeface="Garamond"/>
                <a:sym typeface="Garamond"/>
              </a:rPr>
              <a:t>Abstract</a:t>
            </a:r>
            <a:endParaRPr/>
          </a:p>
          <a:p>
            <a:pPr marL="0" marR="0" lvl="0" indent="0" algn="just" rtl="0">
              <a:lnSpc>
                <a:spcPct val="100000"/>
              </a:lnSpc>
              <a:spcBef>
                <a:spcPts val="0"/>
              </a:spcBef>
              <a:spcAft>
                <a:spcPts val="0"/>
              </a:spcAft>
              <a:buClr>
                <a:schemeClr val="lt2"/>
              </a:buClr>
              <a:buSzPts val="1500"/>
              <a:buFont typeface="Noto Sans Symbols"/>
              <a:buNone/>
            </a:pPr>
            <a:r>
              <a:rPr lang="en-US" sz="2000" b="0" i="0" u="none">
                <a:solidFill>
                  <a:schemeClr val="dk1"/>
                </a:solidFill>
                <a:latin typeface="Garamond"/>
                <a:ea typeface="Garamond"/>
                <a:cs typeface="Garamond"/>
                <a:sym typeface="Garamond"/>
              </a:rPr>
              <a:t>It is a brief summary of approximately 300 words. It should include the research question, the rationale for the study, the hypothesis (if any), the method and the main findings. </a:t>
            </a:r>
            <a:endParaRPr/>
          </a:p>
          <a:p>
            <a:pPr marL="0" marR="0" lvl="0" indent="95250" algn="just" rtl="0">
              <a:lnSpc>
                <a:spcPct val="100000"/>
              </a:lnSpc>
              <a:spcBef>
                <a:spcPts val="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a:p>
            <a:pPr marL="342900" marR="0" lvl="0" indent="-247650" algn="l" rtl="0">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9"/>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52" name="Google Shape;152;p9"/>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lt2"/>
              </a:buClr>
              <a:buSzPts val="1500"/>
              <a:buFont typeface="Noto Sans Symbols"/>
              <a:buNone/>
            </a:pPr>
            <a:r>
              <a:rPr lang="en-US" sz="2000" b="1" i="0" u="none">
                <a:solidFill>
                  <a:schemeClr val="dk1"/>
                </a:solidFill>
                <a:latin typeface="Garamond"/>
                <a:ea typeface="Garamond"/>
                <a:cs typeface="Garamond"/>
                <a:sym typeface="Garamond"/>
              </a:rPr>
              <a:t>Introduction</a:t>
            </a:r>
            <a:endParaRPr sz="2000" b="0" i="0" u="none">
              <a:solidFill>
                <a:schemeClr val="dk1"/>
              </a:solidFill>
              <a:latin typeface="Garamond"/>
              <a:ea typeface="Garamond"/>
              <a:cs typeface="Garamond"/>
              <a:sym typeface="Garamond"/>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The main purpose of the introduction is to provide the necessary background or context for your research problem.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How to frame the research problem is perhaps the biggest problem in proposal writing.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However, try to place your research question in the context of either a current "hot" area, or an older area that remains viable.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Secondly, you need to provide a brief but appropriate historical backdrop.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Finally, identify "key players" and refer to the most relevant and representative publications. </a:t>
            </a:r>
            <a:endParaRPr/>
          </a:p>
          <a:p>
            <a:pPr marL="0" marR="0" lvl="0" indent="0" algn="just" rtl="0">
              <a:lnSpc>
                <a:spcPct val="100000"/>
              </a:lnSpc>
              <a:spcBef>
                <a:spcPts val="0"/>
              </a:spcBef>
              <a:spcAft>
                <a:spcPts val="0"/>
              </a:spcAft>
              <a:buClr>
                <a:schemeClr val="lt2"/>
              </a:buClr>
              <a:buSzPts val="1500"/>
              <a:buFont typeface="Noto Sans Symbols"/>
              <a:buChar char="▪"/>
            </a:pPr>
            <a:r>
              <a:rPr lang="en-US" sz="2000" b="0" i="0" u="none">
                <a:solidFill>
                  <a:schemeClr val="dk1"/>
                </a:solidFill>
                <a:latin typeface="Garamond"/>
                <a:ea typeface="Garamond"/>
                <a:cs typeface="Garamond"/>
                <a:sym typeface="Garamond"/>
              </a:rPr>
              <a:t>In short, try to paint your research question in broad brushes and at the same time bring out its significance. </a:t>
            </a:r>
            <a:endParaRPr/>
          </a:p>
          <a:p>
            <a:pPr marL="0" marR="0" lvl="0" indent="95250" algn="l" rtl="0">
              <a:lnSpc>
                <a:spcPct val="100000"/>
              </a:lnSpc>
              <a:spcBef>
                <a:spcPts val="400"/>
              </a:spcBef>
              <a:spcAft>
                <a:spcPts val="0"/>
              </a:spcAft>
              <a:buClr>
                <a:schemeClr val="lt2"/>
              </a:buClr>
              <a:buSzPts val="1500"/>
              <a:buFont typeface="Noto Sans Symbols"/>
              <a:buNone/>
            </a:pPr>
            <a:endParaRPr sz="2000" b="0" i="0" u="none">
              <a:solidFill>
                <a:schemeClr val="dk1"/>
              </a:solidFill>
              <a:latin typeface="Verdana"/>
              <a:ea typeface="Verdana"/>
              <a:cs typeface="Verdana"/>
              <a:sym typeface="Verdana"/>
            </a:endParaRPr>
          </a:p>
          <a:p>
            <a:pPr marL="342900" marR="0" lvl="0" indent="-247650" algn="l" rtl="0">
              <a:spcBef>
                <a:spcPts val="400"/>
              </a:spcBef>
              <a:spcAft>
                <a:spcPts val="0"/>
              </a:spcAft>
              <a:buClr>
                <a:schemeClr val="lt2"/>
              </a:buClr>
              <a:buSzPts val="1500"/>
              <a:buFont typeface="Noto Sans Symbols"/>
              <a:buNone/>
            </a:pPr>
            <a:endParaRPr sz="2000" b="0" i="0" u="none">
              <a:solidFill>
                <a:schemeClr val="dk1"/>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0"/>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58" name="Google Shape;158;p10"/>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The introduction generally covers the following elements: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State the </a:t>
            </a:r>
            <a:r>
              <a:rPr lang="en-US" sz="1800" b="1" i="0" u="none">
                <a:solidFill>
                  <a:schemeClr val="dk1"/>
                </a:solidFill>
                <a:latin typeface="Garamond"/>
                <a:ea typeface="Garamond"/>
                <a:cs typeface="Garamond"/>
                <a:sym typeface="Garamond"/>
              </a:rPr>
              <a:t>research problem</a:t>
            </a:r>
            <a:r>
              <a:rPr lang="en-US" sz="1800" b="0" i="0" u="none">
                <a:solidFill>
                  <a:schemeClr val="dk1"/>
                </a:solidFill>
                <a:latin typeface="Garamond"/>
                <a:ea typeface="Garamond"/>
                <a:cs typeface="Garamond"/>
                <a:sym typeface="Garamond"/>
              </a:rPr>
              <a:t>, which is often referred to as the purpose of the study</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Provide the </a:t>
            </a:r>
            <a:r>
              <a:rPr lang="en-US" sz="1800" b="1" i="0" u="none">
                <a:solidFill>
                  <a:schemeClr val="dk1"/>
                </a:solidFill>
                <a:latin typeface="Garamond"/>
                <a:ea typeface="Garamond"/>
                <a:cs typeface="Garamond"/>
                <a:sym typeface="Garamond"/>
              </a:rPr>
              <a:t>context and set the stage for your research question </a:t>
            </a:r>
            <a:r>
              <a:rPr lang="en-US" sz="1800" b="0" i="0" u="none">
                <a:solidFill>
                  <a:schemeClr val="dk1"/>
                </a:solidFill>
                <a:latin typeface="Garamond"/>
                <a:ea typeface="Garamond"/>
                <a:cs typeface="Garamond"/>
                <a:sym typeface="Garamond"/>
              </a:rPr>
              <a:t>in such a way as to show its necessity and importance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Present the rationale of your proposed study and clearly indicate </a:t>
            </a:r>
            <a:r>
              <a:rPr lang="en-US" sz="1800" b="1" i="0" u="none">
                <a:solidFill>
                  <a:schemeClr val="dk1"/>
                </a:solidFill>
                <a:latin typeface="Garamond"/>
                <a:ea typeface="Garamond"/>
                <a:cs typeface="Garamond"/>
                <a:sym typeface="Garamond"/>
              </a:rPr>
              <a:t>why it is worth doing</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Briefly describe the </a:t>
            </a:r>
            <a:r>
              <a:rPr lang="en-US" sz="1800" b="1" i="0" u="none">
                <a:solidFill>
                  <a:schemeClr val="dk1"/>
                </a:solidFill>
                <a:latin typeface="Garamond"/>
                <a:ea typeface="Garamond"/>
                <a:cs typeface="Garamond"/>
                <a:sym typeface="Garamond"/>
              </a:rPr>
              <a:t>major issues and sub-problems </a:t>
            </a:r>
            <a:r>
              <a:rPr lang="en-US" sz="1800" b="0" i="0" u="none">
                <a:solidFill>
                  <a:schemeClr val="dk1"/>
                </a:solidFill>
                <a:latin typeface="Garamond"/>
                <a:ea typeface="Garamond"/>
                <a:cs typeface="Garamond"/>
                <a:sym typeface="Garamond"/>
              </a:rPr>
              <a:t>to be addressed by your research.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Identify </a:t>
            </a:r>
            <a:r>
              <a:rPr lang="en-US" sz="1800" b="1" i="0" u="none">
                <a:solidFill>
                  <a:schemeClr val="dk1"/>
                </a:solidFill>
                <a:latin typeface="Garamond"/>
                <a:ea typeface="Garamond"/>
                <a:cs typeface="Garamond"/>
                <a:sym typeface="Garamond"/>
              </a:rPr>
              <a:t>the key independent and dependent variables </a:t>
            </a:r>
            <a:r>
              <a:rPr lang="en-US" sz="1800" b="0" i="0" u="none">
                <a:solidFill>
                  <a:schemeClr val="dk1"/>
                </a:solidFill>
                <a:latin typeface="Garamond"/>
                <a:ea typeface="Garamond"/>
                <a:cs typeface="Garamond"/>
                <a:sym typeface="Garamond"/>
              </a:rPr>
              <a:t>of your experiment.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State your </a:t>
            </a:r>
            <a:r>
              <a:rPr lang="en-US" sz="1800" b="1" i="0" u="none">
                <a:solidFill>
                  <a:schemeClr val="dk1"/>
                </a:solidFill>
                <a:latin typeface="Garamond"/>
                <a:ea typeface="Garamond"/>
                <a:cs typeface="Garamond"/>
                <a:sym typeface="Garamond"/>
              </a:rPr>
              <a:t>hypothesis or theory</a:t>
            </a:r>
            <a:r>
              <a:rPr lang="en-US" sz="1800" b="0" i="0" u="none">
                <a:solidFill>
                  <a:schemeClr val="dk1"/>
                </a:solidFill>
                <a:latin typeface="Garamond"/>
                <a:ea typeface="Garamond"/>
                <a:cs typeface="Garamond"/>
                <a:sym typeface="Garamond"/>
              </a:rPr>
              <a:t>, if any. For exploratory or phenomenological research, you may not have any hypotheses. (Please do not confuse the hypothesis with the statistical null hypothesis.)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Set the </a:t>
            </a:r>
            <a:r>
              <a:rPr lang="en-US" sz="1800" b="1" i="0" u="none">
                <a:solidFill>
                  <a:schemeClr val="dk1"/>
                </a:solidFill>
                <a:latin typeface="Garamond"/>
                <a:ea typeface="Garamond"/>
                <a:cs typeface="Garamond"/>
                <a:sym typeface="Garamond"/>
              </a:rPr>
              <a:t>delimitation or boundaries </a:t>
            </a:r>
            <a:r>
              <a:rPr lang="en-US" sz="1800" b="0" i="0" u="none">
                <a:solidFill>
                  <a:schemeClr val="dk1"/>
                </a:solidFill>
                <a:latin typeface="Garamond"/>
                <a:ea typeface="Garamond"/>
                <a:cs typeface="Garamond"/>
                <a:sym typeface="Garamond"/>
              </a:rPr>
              <a:t>of your proposed research in order to provide a clear focus. </a:t>
            </a:r>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1"/>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64" name="Google Shape;164;p11"/>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Literature Review</a:t>
            </a:r>
            <a:endParaRPr sz="1800" b="0" i="0" u="none">
              <a:solidFill>
                <a:schemeClr val="dk1"/>
              </a:solidFill>
              <a:latin typeface="Garamond"/>
              <a:ea typeface="Garamond"/>
              <a:cs typeface="Garamond"/>
              <a:sym typeface="Garamond"/>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most professors prefer a separate section, which allows a more thorough review of the literature</a:t>
            </a:r>
            <a:endParaRPr/>
          </a:p>
          <a:p>
            <a:pPr marL="342900" marR="0" lvl="0" indent="-342900" algn="just"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The literature review serves several important functions: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Ensures that you are not "reinventing the wheel“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Gives credits to those who have laid the groundwork for your research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Demonstrates your knowledge of the research problem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Shows your ability to critically evaluate relevant literature information.</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Indicates your ability to integrate and synthesize the existing literature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Provides new theoretical insights or develops a new model as the conceptual framework for your research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Convinces your reader that your proposed research will make a significant and substantial contribution to the literature (i.e., resolving an important theoretical issue or filling a major gap in the literature). </a:t>
            </a:r>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
        <p:nvSpPr>
          <p:cNvPr id="165" name="Google Shape;165;p11"/>
          <p:cNvSpPr txBox="1"/>
          <p:nvPr/>
        </p:nvSpPr>
        <p:spPr>
          <a:xfrm>
            <a:off x="0" y="44450"/>
            <a:ext cx="184150" cy="3683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800" b="0" i="0" u="none">
              <a:solidFill>
                <a:schemeClr val="dk1"/>
              </a:solidFill>
              <a:latin typeface="Verdana"/>
              <a:ea typeface="Verdana"/>
              <a:cs typeface="Verdana"/>
              <a:sym typeface="Verdana"/>
            </a:endParaRPr>
          </a:p>
        </p:txBody>
      </p:sp>
      <p:sp>
        <p:nvSpPr>
          <p:cNvPr id="166" name="Google Shape;166;p11"/>
          <p:cNvSpPr txBox="1"/>
          <p:nvPr/>
        </p:nvSpPr>
        <p:spPr>
          <a:xfrm>
            <a:off x="0" y="819150"/>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200"/>
              <a:buFont typeface="Verdana"/>
              <a:buNone/>
            </a:pPr>
            <a:r>
              <a:rPr lang="en-US" sz="1200" b="0" i="0" u="none">
                <a:solidFill>
                  <a:schemeClr val="dk1"/>
                </a:solidFill>
                <a:latin typeface="Verdana"/>
                <a:ea typeface="Verdana"/>
                <a:cs typeface="Verdana"/>
                <a:sym typeface="Verdana"/>
              </a:rPr>
              <a:t/>
            </a:r>
            <a:br>
              <a:rPr lang="en-US" sz="1200" b="0" i="0" u="none">
                <a:solidFill>
                  <a:schemeClr val="dk1"/>
                </a:solidFill>
                <a:latin typeface="Verdana"/>
                <a:ea typeface="Verdana"/>
                <a:cs typeface="Verdana"/>
                <a:sym typeface="Verdana"/>
              </a:rPr>
            </a:br>
            <a:r>
              <a:rPr lang="en-US" sz="1200" b="0" i="0" u="none">
                <a:solidFill>
                  <a:schemeClr val="dk1"/>
                </a:solidFill>
                <a:latin typeface="Verdana"/>
                <a:ea typeface="Verdana"/>
                <a:cs typeface="Verdana"/>
                <a:sym typeface="Verdana"/>
              </a:rPr>
              <a:t/>
            </a:r>
            <a:br>
              <a:rPr lang="en-US" sz="1200" b="0" i="0" u="none">
                <a:solidFill>
                  <a:schemeClr val="dk1"/>
                </a:solidFill>
                <a:latin typeface="Verdana"/>
                <a:ea typeface="Verdana"/>
                <a:cs typeface="Verdana"/>
                <a:sym typeface="Verdana"/>
              </a:rPr>
            </a:b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457200" y="277812"/>
            <a:ext cx="8229600" cy="7889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72" name="Google Shape;172;p12"/>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Methods</a:t>
            </a:r>
            <a:endParaRPr sz="1800" b="0" i="0" u="none">
              <a:solidFill>
                <a:schemeClr val="dk1"/>
              </a:solidFill>
              <a:latin typeface="Garamond"/>
              <a:ea typeface="Garamond"/>
              <a:cs typeface="Garamond"/>
              <a:sym typeface="Garamond"/>
            </a:endParaRPr>
          </a:p>
          <a:p>
            <a:pPr marL="342900" marR="0" lvl="0" indent="-342900" algn="just"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The Method section is very important because it tells your Research Committee how you plan to tackle your research problem. It will provide your work plan and describe the activities necessary for the completion of your project</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It should contain sufficient information for the reader to determine whether methodology is sound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Furthermore, since there are no well-established and widely accepted canons in qualitative analysis, your method section needs to be more elaborate than what is required for traditional quantitative research</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More importantly, the data collection process in qualitative research has a far greater impact on the results as compared to quantitative research. </a:t>
            </a:r>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3"/>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78" name="Google Shape;178;p13"/>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For quantitative studies, the method section typically consists of the following sections: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Design -Is it a questionnaire study or a laboratory experiment? What kind of design do you choose?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Subjects or participants - Who will take part in your study ? What kind of sampling procedure do you use?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Instruments - What kind of measuring instruments or questionnaires do you use? Why do you choose them? Are they valid and reliable?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Procedure - How do you plan to carry out your study? What activities are involved? How long does it take? </a:t>
            </a:r>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4"/>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84" name="Google Shape;184;p14"/>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500"/>
              <a:buFont typeface="Noto Sans Symbols"/>
              <a:buNone/>
            </a:pPr>
            <a:r>
              <a:rPr lang="en-US" sz="2000" b="1" i="0" u="none">
                <a:solidFill>
                  <a:schemeClr val="dk1"/>
                </a:solidFill>
                <a:latin typeface="Garamond"/>
                <a:ea typeface="Garamond"/>
                <a:cs typeface="Garamond"/>
                <a:sym typeface="Garamond"/>
              </a:rPr>
              <a:t>Results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Obviously you do not have results at the proposal stage.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However, you need to have some idea about what kind of data you will be collecting,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What statistical procedures will be used in order to answer your research question or test you hypothesis. </a:t>
            </a:r>
            <a:endParaRPr/>
          </a:p>
          <a:p>
            <a:pPr marL="342900" marR="0" lvl="0" indent="-342900" algn="just"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342900" marR="0" lvl="0" indent="-342900" algn="just"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Discussion</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It is important to convince your reader of the potential impact of your proposed research. You need to communicate a sense of confidence without exaggerating the merits of your proposal.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That is why you also need to mention the limitations and weaknesses of the proposed research, </a:t>
            </a:r>
            <a:endParaRPr/>
          </a:p>
          <a:p>
            <a:pPr marL="342900" marR="0" lvl="0" indent="-34290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It may be justified by time and financial constraints.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5"/>
          <p:cNvSpPr txBox="1">
            <a:spLocks noGrp="1"/>
          </p:cNvSpPr>
          <p:nvPr>
            <p:ph type="title"/>
          </p:nvPr>
        </p:nvSpPr>
        <p:spPr>
          <a:xfrm>
            <a:off x="457200" y="307975"/>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How to write research proposal? </a:t>
            </a:r>
            <a:endParaRPr/>
          </a:p>
        </p:txBody>
      </p:sp>
      <p:sp>
        <p:nvSpPr>
          <p:cNvPr id="190" name="Google Shape;190;p15"/>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Common Mistakes in Proposal Writing </a:t>
            </a:r>
            <a:endParaRPr sz="1800" b="0" i="0" u="none">
              <a:solidFill>
                <a:schemeClr val="dk1"/>
              </a:solidFill>
              <a:latin typeface="Garamond"/>
              <a:ea typeface="Garamond"/>
              <a:cs typeface="Garamond"/>
              <a:sym typeface="Garamond"/>
            </a:endParaRPr>
          </a:p>
          <a:p>
            <a:pPr marL="0" marR="0" lvl="0" indent="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Failure to delimit the boundary conditions for your research </a:t>
            </a:r>
            <a:endParaRPr/>
          </a:p>
          <a:p>
            <a:pPr marL="0" marR="0" lvl="0" indent="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Failure to cite landmark studies </a:t>
            </a:r>
            <a:endParaRPr/>
          </a:p>
          <a:p>
            <a:pPr marL="0" marR="0" lvl="0" indent="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Failure to accurately present the contributions by other researchers</a:t>
            </a:r>
            <a:endParaRPr/>
          </a:p>
          <a:p>
            <a:pPr marL="0" marR="0" lvl="0" indent="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Failure to stay focused on the research question </a:t>
            </a:r>
            <a:endParaRPr/>
          </a:p>
          <a:p>
            <a:pPr marL="0" marR="0" lvl="0" indent="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Failure to develop a coherent and persuasive argument for the proposed research</a:t>
            </a:r>
            <a:endParaRPr/>
          </a:p>
          <a:p>
            <a:pPr marL="0" marR="0" lvl="0" indent="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Too much detail on minor issues, but not enough detail on major issues </a:t>
            </a:r>
            <a:endParaRPr/>
          </a:p>
          <a:p>
            <a:pPr marL="0" marR="0" lvl="0" indent="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Too many citation lapses and incorrect references</a:t>
            </a:r>
            <a:endParaRPr/>
          </a:p>
          <a:p>
            <a:pPr marL="0" marR="0" lvl="0" indent="0" algn="just"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Too long or too short. </a:t>
            </a:r>
            <a:endParaRPr/>
          </a:p>
          <a:p>
            <a:pPr marL="0" marR="0" lvl="0" indent="0" algn="just"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 </a:t>
            </a:r>
            <a:endParaRPr/>
          </a:p>
          <a:p>
            <a:pPr marL="0" marR="0" lvl="0" indent="0" algn="just"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(Paul T. P. Wong, Ph.D., C.Psych. Research Director, Graduate Program in Counselling Psychology, Trinity Western University, Langley, BC, Canada)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6"/>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Guidelines on writing a research proposal </a:t>
            </a:r>
            <a:r>
              <a:rPr lang="en-US" sz="3600" b="0" i="0" u="none">
                <a:solidFill>
                  <a:schemeClr val="dk2"/>
                </a:solidFill>
                <a:latin typeface="Garamond"/>
                <a:ea typeface="Garamond"/>
                <a:cs typeface="Garamond"/>
                <a:sym typeface="Garamond"/>
              </a:rPr>
              <a:t/>
            </a:r>
            <a:br>
              <a:rPr lang="en-US" sz="3600" b="0" i="0" u="none">
                <a:solidFill>
                  <a:schemeClr val="dk2"/>
                </a:solidFill>
                <a:latin typeface="Garamond"/>
                <a:ea typeface="Garamond"/>
                <a:cs typeface="Garamond"/>
                <a:sym typeface="Garamond"/>
              </a:rPr>
            </a:br>
            <a:endParaRPr/>
          </a:p>
        </p:txBody>
      </p:sp>
      <p:sp>
        <p:nvSpPr>
          <p:cNvPr id="196" name="Google Shape;196;p16"/>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The (Longer) Standard Model </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A Basic Proposal Outline:</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	Introduction</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Topic area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Research question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Significance to knowledge</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	Literature review</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  Previous research others &amp; yours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  Interlocking findings and Unanswered questions</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  Your preliminary work on the topic</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Verdana"/>
                <a:ea typeface="Verdana"/>
                <a:cs typeface="Verdana"/>
                <a:sym typeface="Verdana"/>
              </a:rPr>
              <a:t> </a:t>
            </a:r>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7"/>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Garamond"/>
              <a:buNone/>
            </a:pPr>
            <a:r>
              <a:rPr lang="en-US" sz="4000" b="1" i="0" u="none">
                <a:solidFill>
                  <a:schemeClr val="dk2"/>
                </a:solidFill>
                <a:latin typeface="Garamond"/>
                <a:ea typeface="Garamond"/>
                <a:cs typeface="Garamond"/>
                <a:sym typeface="Garamond"/>
              </a:rPr>
              <a:t/>
            </a:r>
            <a:br>
              <a:rPr lang="en-US" sz="4000" b="1" i="0" u="none">
                <a:solidFill>
                  <a:schemeClr val="dk2"/>
                </a:solidFill>
                <a:latin typeface="Garamond"/>
                <a:ea typeface="Garamond"/>
                <a:cs typeface="Garamond"/>
                <a:sym typeface="Garamond"/>
              </a:rPr>
            </a:br>
            <a:r>
              <a:rPr lang="en-US" sz="3600" b="1" i="0" u="none">
                <a:solidFill>
                  <a:schemeClr val="dk2"/>
                </a:solidFill>
                <a:latin typeface="Garamond"/>
                <a:ea typeface="Garamond"/>
                <a:cs typeface="Garamond"/>
                <a:sym typeface="Garamond"/>
              </a:rPr>
              <a:t>Guidelines on writing a research proposal </a:t>
            </a:r>
            <a:r>
              <a:rPr lang="en-US" sz="3600" b="0" i="0" u="none">
                <a:solidFill>
                  <a:schemeClr val="dk2"/>
                </a:solidFill>
                <a:latin typeface="Garamond"/>
                <a:ea typeface="Garamond"/>
                <a:cs typeface="Garamond"/>
                <a:sym typeface="Garamond"/>
              </a:rPr>
              <a:t/>
            </a:r>
            <a:br>
              <a:rPr lang="en-US" sz="3600" b="0" i="0" u="none">
                <a:solidFill>
                  <a:schemeClr val="dk2"/>
                </a:solidFill>
                <a:latin typeface="Garamond"/>
                <a:ea typeface="Garamond"/>
                <a:cs typeface="Garamond"/>
                <a:sym typeface="Garamond"/>
              </a:rPr>
            </a:br>
            <a:endParaRPr/>
          </a:p>
        </p:txBody>
      </p:sp>
      <p:sp>
        <p:nvSpPr>
          <p:cNvPr id="202" name="Google Shape;202;p17"/>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Methodology</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Approach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Data needs</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Analytic techniques</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 Plan for interpreting results</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Expected results</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Budget</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Bibliography (or References) </a:t>
            </a:r>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8"/>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Components/elements of research proposal </a:t>
            </a:r>
            <a:endParaRPr/>
          </a:p>
        </p:txBody>
      </p:sp>
      <p:sp>
        <p:nvSpPr>
          <p:cNvPr id="208" name="Google Shape;208;p18"/>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Title </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Introduction</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Statement of the problem</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Rationale/justification/significance of the research </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Scope and limitations of the study</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Review of literature</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Objectives of the research</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Operational definitions of terms used</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Hypothesis</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Methodology Used</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Time schedule/work plan</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Budget/estimated cost built up </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Organization of the report/chapter outline</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Bibliography/References </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Conclusions </a:t>
            </a:r>
            <a:endParaRPr/>
          </a:p>
          <a:p>
            <a:pPr marL="0" indent="0">
              <a:spcBef>
                <a:spcPts val="0"/>
              </a:spcBef>
              <a:buFont typeface="Arial" pitchFamily="34" charset="0"/>
              <a:buChar char="•"/>
            </a:pPr>
            <a:r>
              <a:rPr lang="en-US" sz="1800" b="0" i="0" u="none" dirty="0">
                <a:solidFill>
                  <a:schemeClr val="dk1"/>
                </a:solidFill>
                <a:latin typeface="Garamond"/>
                <a:ea typeface="Garamond"/>
                <a:cs typeface="Garamond"/>
                <a:sym typeface="Garamond"/>
              </a:rPr>
              <a:t>Appendix</a:t>
            </a:r>
            <a:endParaRPr/>
          </a:p>
          <a:p>
            <a:pPr marL="0" indent="0">
              <a:spcBef>
                <a:spcPts val="0"/>
              </a:spcBef>
              <a:buFont typeface="Arial" pitchFamily="34" charset="0"/>
              <a:buChar char="•"/>
            </a:pPr>
            <a:endParaRPr/>
          </a:p>
          <a:p>
            <a:pPr marL="0" marR="0" lvl="0" indent="95250" algn="l" rtl="0">
              <a:lnSpc>
                <a:spcPct val="100000"/>
              </a:lnSpc>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a:p>
            <a:pPr marL="0" marR="0" lvl="0" indent="95250" algn="l" rtl="0">
              <a:lnSpc>
                <a:spcPct val="100000"/>
              </a:lnSpc>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a:p>
            <a:pPr marL="342900" marR="0" lvl="0" indent="-247650" algn="l" rtl="0">
              <a:spcBef>
                <a:spcPts val="400"/>
              </a:spcBef>
              <a:spcAft>
                <a:spcPts val="0"/>
              </a:spcAft>
              <a:buClr>
                <a:schemeClr val="lt2"/>
              </a:buClr>
              <a:buSzPts val="1500"/>
              <a:buFont typeface="Noto Sans Symbols"/>
              <a:buNone/>
            </a:pPr>
            <a:endParaRPr sz="2000" b="0" i="0" u="none">
              <a:solidFill>
                <a:schemeClr val="dk1"/>
              </a:solidFill>
              <a:latin typeface="Garamond"/>
              <a:ea typeface="Garamond"/>
              <a:cs typeface="Garamond"/>
              <a:sym typeface="Garamon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9"/>
          <p:cNvSpPr txBox="1">
            <a:spLocks noGrp="1"/>
          </p:cNvSpPr>
          <p:nvPr>
            <p:ph type="title"/>
          </p:nvPr>
        </p:nvSpPr>
        <p:spPr>
          <a:xfrm>
            <a:off x="457200" y="307975"/>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Components/elements of research proposal </a:t>
            </a:r>
            <a:endParaRPr/>
          </a:p>
        </p:txBody>
      </p:sp>
      <p:sp>
        <p:nvSpPr>
          <p:cNvPr id="214" name="Google Shape;214;p19"/>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Title</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First page – title of the research; researcher’s name; name of institute/organization where the researcher belongs; name of the sponsoring organization, name of the supervisor, co-supervisor; date; etc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In selecting the title, the following points should be taken care of: </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Reflect the theme of the research</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Be self-explanatory</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Be brief</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Language be simple and unambiguous</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Be specific to a particular domain</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Avoid confusing meaning</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 </a:t>
            </a:r>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 </a:t>
            </a:r>
            <a:endParaRPr/>
          </a:p>
          <a:p>
            <a:pPr marL="342900" marR="0" lvl="0" indent="-257175" algn="l" rtl="0">
              <a:lnSpc>
                <a:spcPct val="100000"/>
              </a:lnSpc>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0"/>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Components/elements of research proposal </a:t>
            </a:r>
            <a:endParaRPr/>
          </a:p>
        </p:txBody>
      </p:sp>
      <p:sp>
        <p:nvSpPr>
          <p:cNvPr id="220" name="Google Shape;220;p20"/>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Introduction</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Thereoretical background</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Background of the problem</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Etc </a:t>
            </a:r>
            <a:endParaRPr/>
          </a:p>
          <a:p>
            <a:pPr marL="342900" marR="0" lvl="0" indent="-342900" algn="l" rtl="0">
              <a:lnSpc>
                <a:spcPct val="100000"/>
              </a:lnSpc>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342900" marR="0" lvl="0" indent="-342900" algn="l" rtl="0">
              <a:lnSpc>
                <a:spcPct val="100000"/>
              </a:lnSpc>
              <a:spcBef>
                <a:spcPts val="36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Statement of the problem</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Definition</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Nature</a:t>
            </a:r>
            <a:endParaRPr/>
          </a:p>
          <a:p>
            <a:pPr marL="342900" marR="0" lvl="0" indent="-34290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Extent</a:t>
            </a:r>
            <a:endParaRPr/>
          </a:p>
          <a:p>
            <a:pPr marL="342900" marR="0" lvl="0" indent="-257175" algn="l" rtl="0">
              <a:lnSpc>
                <a:spcPct val="100000"/>
              </a:lnSpc>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342900" marR="0" lvl="0" indent="-257175" algn="l" rtl="0">
              <a:lnSpc>
                <a:spcPct val="100000"/>
              </a:lnSpc>
              <a:spcBef>
                <a:spcPts val="36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a:p>
            <a:pPr marL="342900" marR="0" lvl="0" indent="-257175" algn="l" rtl="0">
              <a:spcBef>
                <a:spcPts val="36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1"/>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Components/elements of research proposal </a:t>
            </a:r>
            <a:endParaRPr/>
          </a:p>
        </p:txBody>
      </p:sp>
      <p:sp>
        <p:nvSpPr>
          <p:cNvPr id="226" name="Google Shape;226;p21"/>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Rationale/justification/significance of the research </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Importance</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Bridging the knowledge gaps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Useful to the society/community </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Present state of affairs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Affected stakeholders</a:t>
            </a:r>
            <a:endParaRPr/>
          </a:p>
          <a:p>
            <a:pPr marL="0" marR="0" lvl="0" indent="0" algn="l" rtl="0">
              <a:lnSpc>
                <a:spcPct val="100000"/>
              </a:lnSpc>
              <a:spcBef>
                <a:spcPts val="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Scope and limitations of the study</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Boundaries of the research</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Aspects and issues addressed</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Shortcomings of the research – resource and time constraints </a:t>
            </a:r>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a:p>
            <a:pPr marL="342900" marR="0" lvl="0" indent="-257175" algn="l" rtl="0">
              <a:spcBef>
                <a:spcPts val="36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2"/>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Components/elements of research proposal </a:t>
            </a:r>
            <a:endParaRPr/>
          </a:p>
        </p:txBody>
      </p:sp>
      <p:sp>
        <p:nvSpPr>
          <p:cNvPr id="232" name="Google Shape;232;p22"/>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Review of literature</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Researches so conducted; vital information </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Issues discussed; unaddressed issues </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Relevancy  to the present research</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Finding out information/knowledge gaps</a:t>
            </a:r>
            <a:endParaRPr/>
          </a:p>
          <a:p>
            <a:pPr marL="0" marR="0" lvl="0" indent="0"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Objectives of the research</a:t>
            </a:r>
            <a:endParaRPr/>
          </a:p>
          <a:p>
            <a:pPr marL="0" marR="0" lvl="0" indent="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Contextual/consistent  to the  title</a:t>
            </a:r>
            <a:endParaRPr/>
          </a:p>
          <a:p>
            <a:pPr marL="0" marR="0" lvl="0" indent="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Concise, clear-cut, expressed in simple language</a:t>
            </a:r>
            <a:endParaRPr/>
          </a:p>
          <a:p>
            <a:pPr marL="0" marR="0" lvl="0" indent="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Distinctive, quantifiable, measurable</a:t>
            </a:r>
            <a:endParaRPr/>
          </a:p>
          <a:p>
            <a:pPr marL="0" marR="0" lvl="0" indent="0" algn="l" rtl="0">
              <a:lnSpc>
                <a:spcPct val="100000"/>
              </a:lnSpc>
              <a:spcBef>
                <a:spcPts val="36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Two types of objectives : general/broad/overall; specific</a:t>
            </a:r>
            <a:endParaRPr/>
          </a:p>
          <a:p>
            <a:pPr marL="0" marR="0" lvl="0" indent="85725" algn="l" rtl="0">
              <a:lnSpc>
                <a:spcPct val="100000"/>
              </a:lnSpc>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3"/>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Components/elements of research proposal </a:t>
            </a:r>
            <a:endParaRPr/>
          </a:p>
        </p:txBody>
      </p:sp>
      <p:sp>
        <p:nvSpPr>
          <p:cNvPr id="238" name="Google Shape;238;p23"/>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Operational definitions of terms used</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Clear-cut meaning of the terms used</a:t>
            </a:r>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Hypothesis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Proposition subject to verification</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May be null, accepted, rejected</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Guide/lead the research </a:t>
            </a:r>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Verdana"/>
              <a:ea typeface="Verdana"/>
              <a:cs typeface="Verdana"/>
              <a:sym typeface="Verdana"/>
            </a:endParaRPr>
          </a:p>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Methodology Used</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Selection of appropriate approach</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Tools/techniques to be used</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Data collection techniques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Data processing, analysis, interpretation techniques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Data/information presentation techniques</a:t>
            </a:r>
            <a:endParaRPr/>
          </a:p>
          <a:p>
            <a:pPr marL="0" marR="0" lvl="0" indent="85725" algn="l" rtl="0">
              <a:lnSpc>
                <a:spcPct val="100000"/>
              </a:lnSpc>
              <a:spcBef>
                <a:spcPts val="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4"/>
          <p:cNvSpPr txBox="1">
            <a:spLocks noGrp="1"/>
          </p:cNvSpPr>
          <p:nvPr>
            <p:ph type="title"/>
          </p:nvPr>
        </p:nvSpPr>
        <p:spPr>
          <a:xfrm>
            <a:off x="457200" y="277812"/>
            <a:ext cx="8229600" cy="10175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Components/elements of research proposal </a:t>
            </a:r>
            <a:endParaRPr/>
          </a:p>
        </p:txBody>
      </p:sp>
      <p:sp>
        <p:nvSpPr>
          <p:cNvPr id="244" name="Google Shape;244;p24"/>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Time schedule/work plan</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Time line of the assigned tasks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 Time line of the resource flow</a:t>
            </a:r>
            <a:endParaRPr sz="900" b="1"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Budget/estimated cost built up </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Cost built up – resource personnel, support staff,  stationery, transport, utilities,  house rents, miscellaneous, etc   </a:t>
            </a:r>
            <a:endParaRPr/>
          </a:p>
          <a:p>
            <a:pPr marL="0" marR="0" lvl="0" indent="0" algn="l" rtl="0">
              <a:lnSpc>
                <a:spcPct val="100000"/>
              </a:lnSpc>
              <a:spcBef>
                <a:spcPts val="0"/>
              </a:spcBef>
              <a:spcAft>
                <a:spcPts val="0"/>
              </a:spcAft>
              <a:buClr>
                <a:schemeClr val="lt2"/>
              </a:buClr>
              <a:buSzPts val="525"/>
              <a:buFont typeface="Noto Sans Symbols"/>
              <a:buNone/>
            </a:pPr>
            <a:endParaRPr sz="700" b="0"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Organization of the report/chapter outline</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Outline of the dissertation/report</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Four major parts of the report: introductory, findings and discussion, summary, and </a:t>
            </a:r>
            <a:endParaRPr/>
          </a:p>
          <a:p>
            <a:pPr marL="0" marR="0" lvl="0" indent="0" algn="l"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      conclusion</a:t>
            </a:r>
            <a:endParaRPr/>
          </a:p>
          <a:p>
            <a:pPr marL="0" marR="0" lvl="0" indent="0" algn="l" rtl="0">
              <a:lnSpc>
                <a:spcPct val="100000"/>
              </a:lnSpc>
              <a:spcBef>
                <a:spcPts val="0"/>
              </a:spcBef>
              <a:spcAft>
                <a:spcPts val="0"/>
              </a:spcAft>
              <a:buClr>
                <a:schemeClr val="lt2"/>
              </a:buClr>
              <a:buSzPts val="825"/>
              <a:buFont typeface="Noto Sans Symbols"/>
              <a:buNone/>
            </a:pPr>
            <a:endParaRPr sz="1100" b="0"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a:p>
            <a:pPr marL="342900" marR="0" lvl="0" indent="-257175" algn="l" rtl="0">
              <a:spcBef>
                <a:spcPts val="360"/>
              </a:spcBef>
              <a:spcAft>
                <a:spcPts val="0"/>
              </a:spcAft>
              <a:buClr>
                <a:schemeClr val="lt2"/>
              </a:buClr>
              <a:buSzPts val="1350"/>
              <a:buFont typeface="Noto Sans Symbols"/>
              <a:buNone/>
            </a:pPr>
            <a:endParaRPr sz="1800" b="1" i="0" u="none">
              <a:solidFill>
                <a:schemeClr val="dk1"/>
              </a:solidFill>
              <a:latin typeface="Garamond"/>
              <a:ea typeface="Garamond"/>
              <a:cs typeface="Garamond"/>
              <a:sym typeface="Garamond"/>
            </a:endParaRPr>
          </a:p>
        </p:txBody>
      </p:sp>
      <p:graphicFrame>
        <p:nvGraphicFramePr>
          <p:cNvPr id="245" name="Google Shape;245;p24"/>
          <p:cNvGraphicFramePr/>
          <p:nvPr/>
        </p:nvGraphicFramePr>
        <p:xfrm>
          <a:off x="533400" y="4800600"/>
          <a:ext cx="7772400" cy="1677710"/>
        </p:xfrm>
        <a:graphic>
          <a:graphicData uri="http://schemas.openxmlformats.org/drawingml/2006/table">
            <a:tbl>
              <a:tblPr>
                <a:noFill/>
                <a:tableStyleId>{207B1081-06A0-4FAF-9F21-E03E221D1EEF}</a:tableStyleId>
              </a:tblPr>
              <a:tblGrid>
                <a:gridCol w="2641600"/>
                <a:gridCol w="2565400"/>
                <a:gridCol w="2565400"/>
              </a:tblGrid>
              <a:tr h="334950">
                <a:tc>
                  <a:txBody>
                    <a:bodyPr/>
                    <a:lstStyle/>
                    <a:p>
                      <a:pPr marL="0" marR="0" lvl="0" indent="0" algn="ctr" rtl="0">
                        <a:lnSpc>
                          <a:spcPct val="100000"/>
                        </a:lnSpc>
                        <a:spcBef>
                          <a:spcPts val="0"/>
                        </a:spcBef>
                        <a:spcAft>
                          <a:spcPts val="0"/>
                        </a:spcAft>
                        <a:buClr>
                          <a:srgbClr val="FFFFFF"/>
                        </a:buClr>
                        <a:buSzPts val="1600"/>
                        <a:buFont typeface="Garamond"/>
                        <a:buNone/>
                      </a:pPr>
                      <a:r>
                        <a:rPr lang="en-US" sz="1600" b="1" i="0" u="none">
                          <a:solidFill>
                            <a:srgbClr val="FFFFFF"/>
                          </a:solidFill>
                          <a:latin typeface="Garamond"/>
                          <a:ea typeface="Garamond"/>
                          <a:cs typeface="Garamond"/>
                          <a:sym typeface="Garamond"/>
                        </a:rPr>
                        <a:t>Part</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1600"/>
                        <a:buFont typeface="Garamond"/>
                        <a:buNone/>
                      </a:pPr>
                      <a:r>
                        <a:rPr lang="en-US" sz="1600" b="1" i="0" u="none">
                          <a:solidFill>
                            <a:srgbClr val="FFFFFF"/>
                          </a:solidFill>
                          <a:latin typeface="Garamond"/>
                          <a:ea typeface="Garamond"/>
                          <a:cs typeface="Garamond"/>
                          <a:sym typeface="Garamond"/>
                        </a:rPr>
                        <a:t>Desired share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1600"/>
                        <a:buFont typeface="Garamond"/>
                        <a:buNone/>
                      </a:pPr>
                      <a:r>
                        <a:rPr lang="en-US" sz="1600" b="1" i="0" u="none">
                          <a:solidFill>
                            <a:srgbClr val="FFFFFF"/>
                          </a:solidFill>
                          <a:latin typeface="Garamond"/>
                          <a:ea typeface="Garamond"/>
                          <a:cs typeface="Garamond"/>
                          <a:sym typeface="Garamond"/>
                        </a:rPr>
                        <a:t>Acceptable share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r>
              <a:tr h="334950">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Introductory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10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15</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r>
              <a:tr h="336550">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Findings and Discussion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80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70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r>
              <a:tr h="334950">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Summary and Conclusion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10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15</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EECCB"/>
                    </a:solidFill>
                  </a:tcPr>
                </a:tc>
              </a:tr>
              <a:tr h="334950">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Total </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100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c>
                  <a:txBody>
                    <a:bodyPr/>
                    <a:lstStyle/>
                    <a:p>
                      <a:pPr marL="0" marR="0" lvl="0" indent="0" algn="ctr" rtl="0">
                        <a:lnSpc>
                          <a:spcPct val="100000"/>
                        </a:lnSpc>
                        <a:spcBef>
                          <a:spcPts val="0"/>
                        </a:spcBef>
                        <a:spcAft>
                          <a:spcPts val="0"/>
                        </a:spcAft>
                        <a:buClr>
                          <a:srgbClr val="000000"/>
                        </a:buClr>
                        <a:buSzPts val="1600"/>
                        <a:buFont typeface="Garamond"/>
                        <a:buNone/>
                      </a:pPr>
                      <a:r>
                        <a:rPr lang="en-US" sz="1600" b="0" i="0" u="none">
                          <a:solidFill>
                            <a:srgbClr val="000000"/>
                          </a:solidFill>
                          <a:latin typeface="Garamond"/>
                          <a:ea typeface="Garamond"/>
                          <a:cs typeface="Garamond"/>
                          <a:sym typeface="Garamond"/>
                        </a:rPr>
                        <a:t>100</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FF6E7"/>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5"/>
          <p:cNvSpPr txBox="1">
            <a:spLocks noGrp="1"/>
          </p:cNvSpPr>
          <p:nvPr>
            <p:ph type="title"/>
          </p:nvPr>
        </p:nvSpPr>
        <p:spPr>
          <a:xfrm>
            <a:off x="457200" y="277812"/>
            <a:ext cx="8229600" cy="113982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3600"/>
              <a:buFont typeface="Garamond"/>
              <a:buNone/>
            </a:pPr>
            <a:r>
              <a:rPr lang="en-US" sz="3600" b="1" i="0" u="none">
                <a:solidFill>
                  <a:schemeClr val="dk2"/>
                </a:solidFill>
                <a:latin typeface="Garamond"/>
                <a:ea typeface="Garamond"/>
                <a:cs typeface="Garamond"/>
                <a:sym typeface="Garamond"/>
              </a:rPr>
              <a:t>Components/elements of research proposal </a:t>
            </a:r>
            <a:endParaRPr/>
          </a:p>
        </p:txBody>
      </p:sp>
      <p:sp>
        <p:nvSpPr>
          <p:cNvPr id="251" name="Google Shape;251;p25"/>
          <p:cNvSpPr txBox="1">
            <a:spLocks noGrp="1"/>
          </p:cNvSpPr>
          <p:nvPr>
            <p:ph type="body" idx="1"/>
          </p:nvPr>
        </p:nvSpPr>
        <p:spPr>
          <a:xfrm>
            <a:off x="457200" y="1600200"/>
            <a:ext cx="8229600" cy="45307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Bibliography/References </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Related documents to be consulted/studies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Follow technicalities in  writing  bibliography/references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To be presented in alphabetic order</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To be presented in classified manner  viz., manuscripts, books, journals, commission </a:t>
            </a:r>
            <a:endParaRPr/>
          </a:p>
          <a:p>
            <a:pPr marL="0" marR="0" lvl="0" indent="0" algn="l"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       reports, newspapers, etc  </a:t>
            </a:r>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r>
              <a:rPr lang="en-US" sz="1800" b="1" i="0" u="none">
                <a:solidFill>
                  <a:schemeClr val="dk1"/>
                </a:solidFill>
                <a:latin typeface="Garamond"/>
                <a:ea typeface="Garamond"/>
                <a:cs typeface="Garamond"/>
                <a:sym typeface="Garamond"/>
              </a:rPr>
              <a:t>Conclusion </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State about the feasibility of the proposed research/study </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Upcoming challenges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Upcoming treats, difficulties, hindrances</a:t>
            </a:r>
            <a:endParaRPr/>
          </a:p>
          <a:p>
            <a:pPr marL="0" marR="0" lvl="0" indent="0" algn="l" rtl="0">
              <a:lnSpc>
                <a:spcPct val="100000"/>
              </a:lnSpc>
              <a:spcBef>
                <a:spcPts val="0"/>
              </a:spcBef>
              <a:spcAft>
                <a:spcPts val="0"/>
              </a:spcAft>
              <a:buClr>
                <a:schemeClr val="lt2"/>
              </a:buClr>
              <a:buSzPts val="1350"/>
              <a:buFont typeface="Noto Sans Symbols"/>
              <a:buChar char="❑"/>
            </a:pPr>
            <a:r>
              <a:rPr lang="en-US" sz="1800" b="0" i="0" u="none">
                <a:solidFill>
                  <a:schemeClr val="dk1"/>
                </a:solidFill>
                <a:latin typeface="Garamond"/>
                <a:ea typeface="Garamond"/>
                <a:cs typeface="Garamond"/>
                <a:sym typeface="Garamond"/>
              </a:rPr>
              <a:t>Make a conclusive remak</a:t>
            </a:r>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85725" algn="l" rtl="0">
              <a:lnSpc>
                <a:spcPct val="100000"/>
              </a:lnSpc>
              <a:spcBef>
                <a:spcPts val="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chemeClr val="lt2"/>
              </a:buClr>
              <a:buSzPts val="1350"/>
              <a:buFont typeface="Noto Sans Symbols"/>
              <a:buNone/>
            </a:pPr>
            <a:r>
              <a:rPr lang="en-US" sz="1800" b="0" i="0" u="none">
                <a:solidFill>
                  <a:schemeClr val="dk1"/>
                </a:solidFill>
                <a:latin typeface="Garamond"/>
                <a:ea typeface="Garamond"/>
                <a:cs typeface="Garamond"/>
                <a:sym typeface="Garamond"/>
              </a:rPr>
              <a:t> </a:t>
            </a:r>
            <a:endParaRPr/>
          </a:p>
          <a:p>
            <a:pPr marL="342900" marR="0" lvl="0" indent="-257175" algn="l" rtl="0">
              <a:spcBef>
                <a:spcPts val="360"/>
              </a:spcBef>
              <a:spcAft>
                <a:spcPts val="0"/>
              </a:spcAft>
              <a:buClr>
                <a:schemeClr val="lt2"/>
              </a:buClr>
              <a:buSzPts val="1350"/>
              <a:buFont typeface="Noto Sans Symbols"/>
              <a:buNone/>
            </a:pPr>
            <a:endParaRPr sz="1800" b="0" i="0" u="none">
              <a:solidFill>
                <a:schemeClr val="dk1"/>
              </a:solidFill>
              <a:latin typeface="Garamond"/>
              <a:ea typeface="Garamond"/>
              <a:cs typeface="Garamond"/>
              <a:sym typeface="Garamond"/>
            </a:endParaRPr>
          </a:p>
        </p:txBody>
      </p:sp>
    </p:spTree>
  </p:cSld>
  <p:clrMapOvr>
    <a:masterClrMapping/>
  </p:clrMapOvr>
</p:sld>
</file>

<file path=ppt/theme/theme1.xml><?xml version="1.0" encoding="utf-8"?>
<a:theme xmlns:a="http://schemas.openxmlformats.org/drawingml/2006/main" name="1_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1969</Words>
  <PresentationFormat>On-screen Show (4:3)</PresentationFormat>
  <Paragraphs>328</Paragraphs>
  <Slides>25</Slides>
  <Notes>25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25</vt:i4>
      </vt:variant>
    </vt:vector>
  </HeadingPairs>
  <TitlesOfParts>
    <vt:vector size="32" baseType="lpstr">
      <vt:lpstr>Arial</vt:lpstr>
      <vt:lpstr>Garamond</vt:lpstr>
      <vt:lpstr>Verdana</vt:lpstr>
      <vt:lpstr>Noto Sans Symbols</vt:lpstr>
      <vt:lpstr>Tahoma</vt:lpstr>
      <vt:lpstr>1_Level</vt:lpstr>
      <vt:lpstr>Level</vt:lpstr>
      <vt:lpstr>    Research: Proposal  </vt:lpstr>
      <vt:lpstr> Introduction </vt:lpstr>
      <vt:lpstr>Introduction </vt:lpstr>
      <vt:lpstr>Introduction </vt:lpstr>
      <vt:lpstr>What is a research proposal?  </vt:lpstr>
      <vt:lpstr>What is a research proposal? </vt:lpstr>
      <vt:lpstr>How to write research proposal? </vt:lpstr>
      <vt:lpstr>How to write research proposal? </vt:lpstr>
      <vt:lpstr>How to write research proposal? </vt:lpstr>
      <vt:lpstr>How to write research proposal? </vt:lpstr>
      <vt:lpstr>How to write research proposal? </vt:lpstr>
      <vt:lpstr>How to write research proposal? </vt:lpstr>
      <vt:lpstr>How to write research proposal? </vt:lpstr>
      <vt:lpstr>How to write research proposal? </vt:lpstr>
      <vt:lpstr>How to write research proposal? </vt:lpstr>
      <vt:lpstr>Guidelines on writing a research proposal  </vt:lpstr>
      <vt:lpstr> Guidelines on writing a research proposal  </vt:lpstr>
      <vt:lpstr>Components/elements of research proposal </vt:lpstr>
      <vt:lpstr>Components/elements of research proposal </vt:lpstr>
      <vt:lpstr>Components/elements of research proposal </vt:lpstr>
      <vt:lpstr>Components/elements of research proposal </vt:lpstr>
      <vt:lpstr>Components/elements of research proposal </vt:lpstr>
      <vt:lpstr>Components/elements of research proposal </vt:lpstr>
      <vt:lpstr>Components/elements of research proposal </vt:lpstr>
      <vt:lpstr>Components/elements of research proposal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Research: Proposal  </dc:title>
  <dc:creator/>
  <cp:lastModifiedBy>A</cp:lastModifiedBy>
  <cp:revision>1</cp:revision>
  <dcterms:created xsi:type="dcterms:W3CDTF">1601-01-01T00:00:00Z</dcterms:created>
  <dcterms:modified xsi:type="dcterms:W3CDTF">2025-10-16T06:45:07Z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